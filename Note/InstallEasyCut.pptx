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easycutnesting.it/" TargetMode="External"/></Relationships>
</file>

<file path=ppt/diagrams/_rels/drawing1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easycutnesting.it/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5ACCEC8-5E11-4DE6-9016-638BDC27739C}" type="doc">
      <dgm:prSet loTypeId="urn:microsoft.com/office/officeart/2005/8/layout/chevron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it-IT"/>
        </a:p>
      </dgm:t>
    </dgm:pt>
    <dgm:pt modelId="{87FBA916-FFCB-43DB-82E8-C4AC56C6A6FE}">
      <dgm:prSet phldrT="[Testo]"/>
      <dgm:spPr/>
      <dgm:t>
        <a:bodyPr/>
        <a:lstStyle/>
        <a:p>
          <a:r>
            <a:rPr lang="it-IT" dirty="0"/>
            <a:t>1</a:t>
          </a:r>
        </a:p>
      </dgm:t>
    </dgm:pt>
    <dgm:pt modelId="{F7EA4CB9-201D-4BD2-BF2A-08CD4CD069FD}" type="parTrans" cxnId="{F8C9C412-DED8-4CE1-A08C-5B2F75D2B2B0}">
      <dgm:prSet/>
      <dgm:spPr/>
      <dgm:t>
        <a:bodyPr/>
        <a:lstStyle/>
        <a:p>
          <a:endParaRPr lang="it-IT"/>
        </a:p>
      </dgm:t>
    </dgm:pt>
    <dgm:pt modelId="{E1FD3D76-132D-4E20-BA4A-BCAB6AAD6526}" type="sibTrans" cxnId="{F8C9C412-DED8-4CE1-A08C-5B2F75D2B2B0}">
      <dgm:prSet/>
      <dgm:spPr/>
      <dgm:t>
        <a:bodyPr/>
        <a:lstStyle/>
        <a:p>
          <a:endParaRPr lang="it-IT"/>
        </a:p>
      </dgm:t>
    </dgm:pt>
    <dgm:pt modelId="{CD349DE9-DD89-42A9-92A2-69E49C096AF0}">
      <dgm:prSet custT="1"/>
      <dgm:spPr/>
      <dgm:t>
        <a:bodyPr/>
        <a:lstStyle/>
        <a:p>
          <a:r>
            <a:rPr lang="it-IT" sz="1200" kern="1200" dirty="0">
              <a:solidFill>
                <a:schemeClr val="tx1"/>
              </a:solidFill>
            </a:rPr>
            <a:t>Scarica il file compresso </a:t>
          </a:r>
          <a:r>
            <a:rPr lang="it-IT" sz="1200" kern="1200" dirty="0">
              <a:solidFill>
                <a:schemeClr val="accent6">
                  <a:lumMod val="75000"/>
                </a:schemeClr>
              </a:solidFill>
            </a:rPr>
            <a:t>«</a:t>
          </a:r>
          <a:r>
            <a:rPr lang="it-IT" sz="1200" kern="1200" dirty="0" err="1">
              <a:solidFill>
                <a:schemeClr val="accent6">
                  <a:lumMod val="75000"/>
                </a:schemeClr>
              </a:solidFill>
            </a:rPr>
            <a:t>EasyCut</a:t>
          </a:r>
          <a:r>
            <a:rPr lang="it-IT" sz="1200" kern="1200" dirty="0">
              <a:solidFill>
                <a:schemeClr val="accent6">
                  <a:lumMod val="75000"/>
                </a:schemeClr>
              </a:solidFill>
            </a:rPr>
            <a:t> ver [Versione].7z» </a:t>
          </a:r>
          <a:r>
            <a:rPr lang="it-IT" sz="1200" kern="1200" dirty="0">
              <a:solidFill>
                <a:schemeClr val="tx1"/>
              </a:solidFill>
            </a:rPr>
            <a:t>dal sito </a:t>
          </a:r>
          <a:r>
            <a:rPr lang="it-IT" sz="1200" u="sng" kern="1200" dirty="0" err="1">
              <a:solidFill>
                <a:schemeClr val="tx1"/>
              </a:solidFill>
              <a:hlinkClick xmlns:r="http://schemas.openxmlformats.org/officeDocument/2006/relationships" r:id="rId1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EasyCut</a:t>
          </a:r>
          <a:r>
            <a:rPr lang="it-IT" sz="1200" kern="1200" dirty="0">
              <a:solidFill>
                <a:schemeClr val="tx1"/>
              </a:solidFill>
            </a:rPr>
            <a:t> tramite il pulsante "Download gratuito</a:t>
          </a:r>
          <a:r>
            <a:rPr lang="it-IT" sz="1200" kern="1200" dirty="0">
              <a:solidFill>
                <a:prstClr val="black"/>
              </a:solidFill>
              <a:latin typeface="Neue Haas Grotesk Text Pro"/>
              <a:ea typeface="+mn-ea"/>
              <a:cs typeface="+mn-cs"/>
            </a:rPr>
            <a:t>"</a:t>
          </a:r>
        </a:p>
      </dgm:t>
    </dgm:pt>
    <dgm:pt modelId="{B7153C50-2E92-4C6B-B024-5437BDCB7E3E}" type="parTrans" cxnId="{DE1602A5-6F95-4981-96BD-89793972647D}">
      <dgm:prSet/>
      <dgm:spPr/>
      <dgm:t>
        <a:bodyPr/>
        <a:lstStyle/>
        <a:p>
          <a:endParaRPr lang="it-IT"/>
        </a:p>
      </dgm:t>
    </dgm:pt>
    <dgm:pt modelId="{8C0BA8B6-610A-4B78-962B-D399AC91AC6F}" type="sibTrans" cxnId="{DE1602A5-6F95-4981-96BD-89793972647D}">
      <dgm:prSet/>
      <dgm:spPr/>
      <dgm:t>
        <a:bodyPr/>
        <a:lstStyle/>
        <a:p>
          <a:endParaRPr lang="it-IT"/>
        </a:p>
      </dgm:t>
    </dgm:pt>
    <dgm:pt modelId="{C78B270B-3D2E-4017-9693-FFE17E88D02B}" type="pres">
      <dgm:prSet presAssocID="{95ACCEC8-5E11-4DE6-9016-638BDC27739C}" presName="linearFlow" presStyleCnt="0">
        <dgm:presLayoutVars>
          <dgm:dir/>
          <dgm:animLvl val="lvl"/>
          <dgm:resizeHandles val="exact"/>
        </dgm:presLayoutVars>
      </dgm:prSet>
      <dgm:spPr/>
    </dgm:pt>
    <dgm:pt modelId="{5390BAA4-E656-4C49-A70E-22823ADA8748}" type="pres">
      <dgm:prSet presAssocID="{87FBA916-FFCB-43DB-82E8-C4AC56C6A6FE}" presName="composite" presStyleCnt="0"/>
      <dgm:spPr/>
    </dgm:pt>
    <dgm:pt modelId="{87AEAEA3-5DE8-4A48-A1F4-012942B24D20}" type="pres">
      <dgm:prSet presAssocID="{87FBA916-FFCB-43DB-82E8-C4AC56C6A6FE}" presName="parentText" presStyleLbl="alignNode1" presStyleIdx="0" presStyleCnt="1">
        <dgm:presLayoutVars>
          <dgm:chMax val="1"/>
          <dgm:bulletEnabled val="1"/>
        </dgm:presLayoutVars>
      </dgm:prSet>
      <dgm:spPr/>
    </dgm:pt>
    <dgm:pt modelId="{44DDF1C6-8933-43A0-9CA0-85D20C44B26F}" type="pres">
      <dgm:prSet presAssocID="{87FBA916-FFCB-43DB-82E8-C4AC56C6A6FE}" presName="descendantText" presStyleLbl="alignAcc1" presStyleIdx="0" presStyleCnt="1" custLinFactNeighborX="86">
        <dgm:presLayoutVars>
          <dgm:bulletEnabled val="1"/>
        </dgm:presLayoutVars>
      </dgm:prSet>
      <dgm:spPr/>
    </dgm:pt>
  </dgm:ptLst>
  <dgm:cxnLst>
    <dgm:cxn modelId="{F8C9C412-DED8-4CE1-A08C-5B2F75D2B2B0}" srcId="{95ACCEC8-5E11-4DE6-9016-638BDC27739C}" destId="{87FBA916-FFCB-43DB-82E8-C4AC56C6A6FE}" srcOrd="0" destOrd="0" parTransId="{F7EA4CB9-201D-4BD2-BF2A-08CD4CD069FD}" sibTransId="{E1FD3D76-132D-4E20-BA4A-BCAB6AAD6526}"/>
    <dgm:cxn modelId="{32D4301C-72BC-45AC-8742-7423FA06E2BE}" type="presOf" srcId="{CD349DE9-DD89-42A9-92A2-69E49C096AF0}" destId="{44DDF1C6-8933-43A0-9CA0-85D20C44B26F}" srcOrd="0" destOrd="0" presId="urn:microsoft.com/office/officeart/2005/8/layout/chevron2"/>
    <dgm:cxn modelId="{D4E7CE5A-DD8A-4197-86BA-DA7D45B338BA}" type="presOf" srcId="{95ACCEC8-5E11-4DE6-9016-638BDC27739C}" destId="{C78B270B-3D2E-4017-9693-FFE17E88D02B}" srcOrd="0" destOrd="0" presId="urn:microsoft.com/office/officeart/2005/8/layout/chevron2"/>
    <dgm:cxn modelId="{DE1602A5-6F95-4981-96BD-89793972647D}" srcId="{87FBA916-FFCB-43DB-82E8-C4AC56C6A6FE}" destId="{CD349DE9-DD89-42A9-92A2-69E49C096AF0}" srcOrd="0" destOrd="0" parTransId="{B7153C50-2E92-4C6B-B024-5437BDCB7E3E}" sibTransId="{8C0BA8B6-610A-4B78-962B-D399AC91AC6F}"/>
    <dgm:cxn modelId="{BADF3BC3-7A45-435C-B37F-88496EA3786F}" type="presOf" srcId="{87FBA916-FFCB-43DB-82E8-C4AC56C6A6FE}" destId="{87AEAEA3-5DE8-4A48-A1F4-012942B24D20}" srcOrd="0" destOrd="0" presId="urn:microsoft.com/office/officeart/2005/8/layout/chevron2"/>
    <dgm:cxn modelId="{9BB84861-AF37-4971-82D6-6EE25955806F}" type="presParOf" srcId="{C78B270B-3D2E-4017-9693-FFE17E88D02B}" destId="{5390BAA4-E656-4C49-A70E-22823ADA8748}" srcOrd="0" destOrd="0" presId="urn:microsoft.com/office/officeart/2005/8/layout/chevron2"/>
    <dgm:cxn modelId="{4B23BD1F-588F-4009-ADC6-0D22DE01B137}" type="presParOf" srcId="{5390BAA4-E656-4C49-A70E-22823ADA8748}" destId="{87AEAEA3-5DE8-4A48-A1F4-012942B24D20}" srcOrd="0" destOrd="0" presId="urn:microsoft.com/office/officeart/2005/8/layout/chevron2"/>
    <dgm:cxn modelId="{73B68E81-765C-407A-A43D-9BA5452073C9}" type="presParOf" srcId="{5390BAA4-E656-4C49-A70E-22823ADA8748}" destId="{44DDF1C6-8933-43A0-9CA0-85D20C44B26F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5ACCEC8-5E11-4DE6-9016-638BDC27739C}" type="doc">
      <dgm:prSet loTypeId="urn:microsoft.com/office/officeart/2005/8/layout/chevron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it-IT"/>
        </a:p>
      </dgm:t>
    </dgm:pt>
    <dgm:pt modelId="{87FBA916-FFCB-43DB-82E8-C4AC56C6A6FE}">
      <dgm:prSet phldrT="[Testo]"/>
      <dgm:spPr/>
      <dgm:t>
        <a:bodyPr/>
        <a:lstStyle/>
        <a:p>
          <a:r>
            <a:rPr lang="it-IT" dirty="0"/>
            <a:t>2</a:t>
          </a:r>
        </a:p>
      </dgm:t>
    </dgm:pt>
    <dgm:pt modelId="{F7EA4CB9-201D-4BD2-BF2A-08CD4CD069FD}" type="parTrans" cxnId="{F8C9C412-DED8-4CE1-A08C-5B2F75D2B2B0}">
      <dgm:prSet/>
      <dgm:spPr/>
      <dgm:t>
        <a:bodyPr/>
        <a:lstStyle/>
        <a:p>
          <a:endParaRPr lang="it-IT"/>
        </a:p>
      </dgm:t>
    </dgm:pt>
    <dgm:pt modelId="{E1FD3D76-132D-4E20-BA4A-BCAB6AAD6526}" type="sibTrans" cxnId="{F8C9C412-DED8-4CE1-A08C-5B2F75D2B2B0}">
      <dgm:prSet/>
      <dgm:spPr/>
      <dgm:t>
        <a:bodyPr/>
        <a:lstStyle/>
        <a:p>
          <a:endParaRPr lang="it-IT"/>
        </a:p>
      </dgm:t>
    </dgm:pt>
    <dgm:pt modelId="{CD349DE9-DD89-42A9-92A2-69E49C096AF0}">
      <dgm:prSet custT="1"/>
      <dgm:spPr/>
      <dgm:t>
        <a:bodyPr/>
        <a:lstStyle/>
        <a:p>
          <a:r>
            <a:rPr kumimoji="0" lang="it-IT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Neue Haas Grotesk Text Pro"/>
              <a:ea typeface="+mn-ea"/>
              <a:cs typeface="+mn-cs"/>
            </a:rPr>
            <a:t>Copia il file compresso in una cartella di tua scelta</a:t>
          </a:r>
          <a:endParaRPr lang="it-IT" sz="1200" kern="1200" dirty="0">
            <a:solidFill>
              <a:schemeClr val="tx1"/>
            </a:solidFill>
            <a:latin typeface="Neue Haas Grotesk Text Pro"/>
            <a:ea typeface="+mn-ea"/>
            <a:cs typeface="+mn-cs"/>
          </a:endParaRPr>
        </a:p>
      </dgm:t>
    </dgm:pt>
    <dgm:pt modelId="{B7153C50-2E92-4C6B-B024-5437BDCB7E3E}" type="parTrans" cxnId="{DE1602A5-6F95-4981-96BD-89793972647D}">
      <dgm:prSet/>
      <dgm:spPr/>
      <dgm:t>
        <a:bodyPr/>
        <a:lstStyle/>
        <a:p>
          <a:endParaRPr lang="it-IT"/>
        </a:p>
      </dgm:t>
    </dgm:pt>
    <dgm:pt modelId="{8C0BA8B6-610A-4B78-962B-D399AC91AC6F}" type="sibTrans" cxnId="{DE1602A5-6F95-4981-96BD-89793972647D}">
      <dgm:prSet/>
      <dgm:spPr/>
      <dgm:t>
        <a:bodyPr/>
        <a:lstStyle/>
        <a:p>
          <a:endParaRPr lang="it-IT"/>
        </a:p>
      </dgm:t>
    </dgm:pt>
    <dgm:pt modelId="{6BE6B5FE-961D-4342-B509-F8059FAE7907}">
      <dgm:prSet custT="1"/>
      <dgm:spPr/>
      <dgm:t>
        <a:bodyPr/>
        <a:lstStyle/>
        <a:p>
          <a:r>
            <a:rPr kumimoji="0" lang="it-IT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Neue Haas Grotesk Text Pro"/>
              <a:ea typeface="+mn-ea"/>
              <a:cs typeface="+mn-cs"/>
            </a:rPr>
            <a:t>Estrai il file compresso con il pulsante destro del mouse </a:t>
          </a:r>
          <a:endParaRPr lang="it-IT" sz="1200" kern="1200" dirty="0">
            <a:solidFill>
              <a:schemeClr val="tx1"/>
            </a:solidFill>
            <a:latin typeface="Neue Haas Grotesk Text Pro"/>
            <a:ea typeface="+mn-ea"/>
            <a:cs typeface="+mn-cs"/>
          </a:endParaRPr>
        </a:p>
      </dgm:t>
    </dgm:pt>
    <dgm:pt modelId="{3EF57086-8B37-44B6-84C6-93B3BA118B11}" type="parTrans" cxnId="{A2D03906-3AD7-4FBA-8918-465DB99BE7C1}">
      <dgm:prSet/>
      <dgm:spPr/>
      <dgm:t>
        <a:bodyPr/>
        <a:lstStyle/>
        <a:p>
          <a:endParaRPr lang="it-IT"/>
        </a:p>
      </dgm:t>
    </dgm:pt>
    <dgm:pt modelId="{04D3CDFD-42AD-42AC-80B2-68D07C4F60EE}" type="sibTrans" cxnId="{A2D03906-3AD7-4FBA-8918-465DB99BE7C1}">
      <dgm:prSet/>
      <dgm:spPr/>
      <dgm:t>
        <a:bodyPr/>
        <a:lstStyle/>
        <a:p>
          <a:endParaRPr lang="it-IT"/>
        </a:p>
      </dgm:t>
    </dgm:pt>
    <dgm:pt modelId="{C78B270B-3D2E-4017-9693-FFE17E88D02B}" type="pres">
      <dgm:prSet presAssocID="{95ACCEC8-5E11-4DE6-9016-638BDC27739C}" presName="linearFlow" presStyleCnt="0">
        <dgm:presLayoutVars>
          <dgm:dir/>
          <dgm:animLvl val="lvl"/>
          <dgm:resizeHandles val="exact"/>
        </dgm:presLayoutVars>
      </dgm:prSet>
      <dgm:spPr/>
    </dgm:pt>
    <dgm:pt modelId="{5390BAA4-E656-4C49-A70E-22823ADA8748}" type="pres">
      <dgm:prSet presAssocID="{87FBA916-FFCB-43DB-82E8-C4AC56C6A6FE}" presName="composite" presStyleCnt="0"/>
      <dgm:spPr/>
    </dgm:pt>
    <dgm:pt modelId="{87AEAEA3-5DE8-4A48-A1F4-012942B24D20}" type="pres">
      <dgm:prSet presAssocID="{87FBA916-FFCB-43DB-82E8-C4AC56C6A6FE}" presName="parentText" presStyleLbl="alignNode1" presStyleIdx="0" presStyleCnt="1">
        <dgm:presLayoutVars>
          <dgm:chMax val="1"/>
          <dgm:bulletEnabled val="1"/>
        </dgm:presLayoutVars>
      </dgm:prSet>
      <dgm:spPr/>
    </dgm:pt>
    <dgm:pt modelId="{44DDF1C6-8933-43A0-9CA0-85D20C44B26F}" type="pres">
      <dgm:prSet presAssocID="{87FBA916-FFCB-43DB-82E8-C4AC56C6A6FE}" presName="descendantText" presStyleLbl="alignAcc1" presStyleIdx="0" presStyleCnt="1" custLinFactNeighborX="-139" custLinFactNeighborY="-76">
        <dgm:presLayoutVars>
          <dgm:bulletEnabled val="1"/>
        </dgm:presLayoutVars>
      </dgm:prSet>
      <dgm:spPr/>
    </dgm:pt>
  </dgm:ptLst>
  <dgm:cxnLst>
    <dgm:cxn modelId="{A2D03906-3AD7-4FBA-8918-465DB99BE7C1}" srcId="{87FBA916-FFCB-43DB-82E8-C4AC56C6A6FE}" destId="{6BE6B5FE-961D-4342-B509-F8059FAE7907}" srcOrd="1" destOrd="0" parTransId="{3EF57086-8B37-44B6-84C6-93B3BA118B11}" sibTransId="{04D3CDFD-42AD-42AC-80B2-68D07C4F60EE}"/>
    <dgm:cxn modelId="{F8C9C412-DED8-4CE1-A08C-5B2F75D2B2B0}" srcId="{95ACCEC8-5E11-4DE6-9016-638BDC27739C}" destId="{87FBA916-FFCB-43DB-82E8-C4AC56C6A6FE}" srcOrd="0" destOrd="0" parTransId="{F7EA4CB9-201D-4BD2-BF2A-08CD4CD069FD}" sibTransId="{E1FD3D76-132D-4E20-BA4A-BCAB6AAD6526}"/>
    <dgm:cxn modelId="{32D4301C-72BC-45AC-8742-7423FA06E2BE}" type="presOf" srcId="{CD349DE9-DD89-42A9-92A2-69E49C096AF0}" destId="{44DDF1C6-8933-43A0-9CA0-85D20C44B26F}" srcOrd="0" destOrd="0" presId="urn:microsoft.com/office/officeart/2005/8/layout/chevron2"/>
    <dgm:cxn modelId="{D4E7CE5A-DD8A-4197-86BA-DA7D45B338BA}" type="presOf" srcId="{95ACCEC8-5E11-4DE6-9016-638BDC27739C}" destId="{C78B270B-3D2E-4017-9693-FFE17E88D02B}" srcOrd="0" destOrd="0" presId="urn:microsoft.com/office/officeart/2005/8/layout/chevron2"/>
    <dgm:cxn modelId="{DE1602A5-6F95-4981-96BD-89793972647D}" srcId="{87FBA916-FFCB-43DB-82E8-C4AC56C6A6FE}" destId="{CD349DE9-DD89-42A9-92A2-69E49C096AF0}" srcOrd="0" destOrd="0" parTransId="{B7153C50-2E92-4C6B-B024-5437BDCB7E3E}" sibTransId="{8C0BA8B6-610A-4B78-962B-D399AC91AC6F}"/>
    <dgm:cxn modelId="{BADF3BC3-7A45-435C-B37F-88496EA3786F}" type="presOf" srcId="{87FBA916-FFCB-43DB-82E8-C4AC56C6A6FE}" destId="{87AEAEA3-5DE8-4A48-A1F4-012942B24D20}" srcOrd="0" destOrd="0" presId="urn:microsoft.com/office/officeart/2005/8/layout/chevron2"/>
    <dgm:cxn modelId="{BAB8B4DC-9074-4E44-86BD-BC8603D4A47A}" type="presOf" srcId="{6BE6B5FE-961D-4342-B509-F8059FAE7907}" destId="{44DDF1C6-8933-43A0-9CA0-85D20C44B26F}" srcOrd="0" destOrd="1" presId="urn:microsoft.com/office/officeart/2005/8/layout/chevron2"/>
    <dgm:cxn modelId="{9BB84861-AF37-4971-82D6-6EE25955806F}" type="presParOf" srcId="{C78B270B-3D2E-4017-9693-FFE17E88D02B}" destId="{5390BAA4-E656-4C49-A70E-22823ADA8748}" srcOrd="0" destOrd="0" presId="urn:microsoft.com/office/officeart/2005/8/layout/chevron2"/>
    <dgm:cxn modelId="{4B23BD1F-588F-4009-ADC6-0D22DE01B137}" type="presParOf" srcId="{5390BAA4-E656-4C49-A70E-22823ADA8748}" destId="{87AEAEA3-5DE8-4A48-A1F4-012942B24D20}" srcOrd="0" destOrd="0" presId="urn:microsoft.com/office/officeart/2005/8/layout/chevron2"/>
    <dgm:cxn modelId="{73B68E81-765C-407A-A43D-9BA5452073C9}" type="presParOf" srcId="{5390BAA4-E656-4C49-A70E-22823ADA8748}" destId="{44DDF1C6-8933-43A0-9CA0-85D20C44B26F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5ACCEC8-5E11-4DE6-9016-638BDC27739C}" type="doc">
      <dgm:prSet loTypeId="urn:microsoft.com/office/officeart/2005/8/layout/chevron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it-IT"/>
        </a:p>
      </dgm:t>
    </dgm:pt>
    <dgm:pt modelId="{87FBA916-FFCB-43DB-82E8-C4AC56C6A6FE}">
      <dgm:prSet phldrT="[Testo]"/>
      <dgm:spPr/>
      <dgm:t>
        <a:bodyPr/>
        <a:lstStyle/>
        <a:p>
          <a:r>
            <a:rPr lang="it-IT" dirty="0"/>
            <a:t>3</a:t>
          </a:r>
        </a:p>
      </dgm:t>
    </dgm:pt>
    <dgm:pt modelId="{F7EA4CB9-201D-4BD2-BF2A-08CD4CD069FD}" type="parTrans" cxnId="{F8C9C412-DED8-4CE1-A08C-5B2F75D2B2B0}">
      <dgm:prSet/>
      <dgm:spPr/>
      <dgm:t>
        <a:bodyPr/>
        <a:lstStyle/>
        <a:p>
          <a:endParaRPr lang="it-IT"/>
        </a:p>
      </dgm:t>
    </dgm:pt>
    <dgm:pt modelId="{E1FD3D76-132D-4E20-BA4A-BCAB6AAD6526}" type="sibTrans" cxnId="{F8C9C412-DED8-4CE1-A08C-5B2F75D2B2B0}">
      <dgm:prSet/>
      <dgm:spPr/>
      <dgm:t>
        <a:bodyPr/>
        <a:lstStyle/>
        <a:p>
          <a:endParaRPr lang="it-IT"/>
        </a:p>
      </dgm:t>
    </dgm:pt>
    <dgm:pt modelId="{CD349DE9-DD89-42A9-92A2-69E49C096AF0}">
      <dgm:prSet custT="1"/>
      <dgm:spPr/>
      <dgm:t>
        <a:bodyPr/>
        <a:lstStyle/>
        <a:p>
          <a:r>
            <a:rPr kumimoji="0" lang="it-IT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Neue Haas Grotesk Text Pro"/>
              <a:ea typeface="+mn-ea"/>
              <a:cs typeface="+mn-cs"/>
            </a:rPr>
            <a:t>Al termine dell’estrazione esegui il comando </a:t>
          </a:r>
          <a:r>
            <a:rPr kumimoji="0" lang="it-IT" sz="1200" b="0" i="0" u="none" strike="noStrike" kern="1200" cap="none" spc="0" normalizeH="0" baseline="0" noProof="0" dirty="0" err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Neue Haas Grotesk Text Pro"/>
              <a:ea typeface="+mn-ea"/>
              <a:cs typeface="+mn-cs"/>
            </a:rPr>
            <a:t>SetupEasyCut</a:t>
          </a:r>
          <a:r>
            <a:rPr kumimoji="0" lang="it-IT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Neue Haas Grotesk Text Pro"/>
              <a:ea typeface="+mn-ea"/>
              <a:cs typeface="+mn-cs"/>
            </a:rPr>
            <a:t> con il pulsante destro del mouse</a:t>
          </a:r>
          <a:endParaRPr lang="it-IT" sz="1200" kern="1200" dirty="0">
            <a:solidFill>
              <a:schemeClr val="tx1"/>
            </a:solidFill>
            <a:latin typeface="Neue Haas Grotesk Text Pro"/>
            <a:ea typeface="+mn-ea"/>
            <a:cs typeface="+mn-cs"/>
          </a:endParaRPr>
        </a:p>
      </dgm:t>
    </dgm:pt>
    <dgm:pt modelId="{B7153C50-2E92-4C6B-B024-5437BDCB7E3E}" type="parTrans" cxnId="{DE1602A5-6F95-4981-96BD-89793972647D}">
      <dgm:prSet/>
      <dgm:spPr/>
      <dgm:t>
        <a:bodyPr/>
        <a:lstStyle/>
        <a:p>
          <a:endParaRPr lang="it-IT"/>
        </a:p>
      </dgm:t>
    </dgm:pt>
    <dgm:pt modelId="{8C0BA8B6-610A-4B78-962B-D399AC91AC6F}" type="sibTrans" cxnId="{DE1602A5-6F95-4981-96BD-89793972647D}">
      <dgm:prSet/>
      <dgm:spPr/>
      <dgm:t>
        <a:bodyPr/>
        <a:lstStyle/>
        <a:p>
          <a:endParaRPr lang="it-IT"/>
        </a:p>
      </dgm:t>
    </dgm:pt>
    <dgm:pt modelId="{C78B270B-3D2E-4017-9693-FFE17E88D02B}" type="pres">
      <dgm:prSet presAssocID="{95ACCEC8-5E11-4DE6-9016-638BDC27739C}" presName="linearFlow" presStyleCnt="0">
        <dgm:presLayoutVars>
          <dgm:dir/>
          <dgm:animLvl val="lvl"/>
          <dgm:resizeHandles val="exact"/>
        </dgm:presLayoutVars>
      </dgm:prSet>
      <dgm:spPr/>
    </dgm:pt>
    <dgm:pt modelId="{5390BAA4-E656-4C49-A70E-22823ADA8748}" type="pres">
      <dgm:prSet presAssocID="{87FBA916-FFCB-43DB-82E8-C4AC56C6A6FE}" presName="composite" presStyleCnt="0"/>
      <dgm:spPr/>
    </dgm:pt>
    <dgm:pt modelId="{87AEAEA3-5DE8-4A48-A1F4-012942B24D20}" type="pres">
      <dgm:prSet presAssocID="{87FBA916-FFCB-43DB-82E8-C4AC56C6A6FE}" presName="parentText" presStyleLbl="alignNode1" presStyleIdx="0" presStyleCnt="1">
        <dgm:presLayoutVars>
          <dgm:chMax val="1"/>
          <dgm:bulletEnabled val="1"/>
        </dgm:presLayoutVars>
      </dgm:prSet>
      <dgm:spPr/>
    </dgm:pt>
    <dgm:pt modelId="{44DDF1C6-8933-43A0-9CA0-85D20C44B26F}" type="pres">
      <dgm:prSet presAssocID="{87FBA916-FFCB-43DB-82E8-C4AC56C6A6FE}" presName="descendantText" presStyleLbl="alignAcc1" presStyleIdx="0" presStyleCnt="1" custLinFactNeighborX="-139" custLinFactNeighborY="-76">
        <dgm:presLayoutVars>
          <dgm:bulletEnabled val="1"/>
        </dgm:presLayoutVars>
      </dgm:prSet>
      <dgm:spPr/>
    </dgm:pt>
  </dgm:ptLst>
  <dgm:cxnLst>
    <dgm:cxn modelId="{F8C9C412-DED8-4CE1-A08C-5B2F75D2B2B0}" srcId="{95ACCEC8-5E11-4DE6-9016-638BDC27739C}" destId="{87FBA916-FFCB-43DB-82E8-C4AC56C6A6FE}" srcOrd="0" destOrd="0" parTransId="{F7EA4CB9-201D-4BD2-BF2A-08CD4CD069FD}" sibTransId="{E1FD3D76-132D-4E20-BA4A-BCAB6AAD6526}"/>
    <dgm:cxn modelId="{32D4301C-72BC-45AC-8742-7423FA06E2BE}" type="presOf" srcId="{CD349DE9-DD89-42A9-92A2-69E49C096AF0}" destId="{44DDF1C6-8933-43A0-9CA0-85D20C44B26F}" srcOrd="0" destOrd="0" presId="urn:microsoft.com/office/officeart/2005/8/layout/chevron2"/>
    <dgm:cxn modelId="{D4E7CE5A-DD8A-4197-86BA-DA7D45B338BA}" type="presOf" srcId="{95ACCEC8-5E11-4DE6-9016-638BDC27739C}" destId="{C78B270B-3D2E-4017-9693-FFE17E88D02B}" srcOrd="0" destOrd="0" presId="urn:microsoft.com/office/officeart/2005/8/layout/chevron2"/>
    <dgm:cxn modelId="{DE1602A5-6F95-4981-96BD-89793972647D}" srcId="{87FBA916-FFCB-43DB-82E8-C4AC56C6A6FE}" destId="{CD349DE9-DD89-42A9-92A2-69E49C096AF0}" srcOrd="0" destOrd="0" parTransId="{B7153C50-2E92-4C6B-B024-5437BDCB7E3E}" sibTransId="{8C0BA8B6-610A-4B78-962B-D399AC91AC6F}"/>
    <dgm:cxn modelId="{BADF3BC3-7A45-435C-B37F-88496EA3786F}" type="presOf" srcId="{87FBA916-FFCB-43DB-82E8-C4AC56C6A6FE}" destId="{87AEAEA3-5DE8-4A48-A1F4-012942B24D20}" srcOrd="0" destOrd="0" presId="urn:microsoft.com/office/officeart/2005/8/layout/chevron2"/>
    <dgm:cxn modelId="{9BB84861-AF37-4971-82D6-6EE25955806F}" type="presParOf" srcId="{C78B270B-3D2E-4017-9693-FFE17E88D02B}" destId="{5390BAA4-E656-4C49-A70E-22823ADA8748}" srcOrd="0" destOrd="0" presId="urn:microsoft.com/office/officeart/2005/8/layout/chevron2"/>
    <dgm:cxn modelId="{4B23BD1F-588F-4009-ADC6-0D22DE01B137}" type="presParOf" srcId="{5390BAA4-E656-4C49-A70E-22823ADA8748}" destId="{87AEAEA3-5DE8-4A48-A1F4-012942B24D20}" srcOrd="0" destOrd="0" presId="urn:microsoft.com/office/officeart/2005/8/layout/chevron2"/>
    <dgm:cxn modelId="{73B68E81-765C-407A-A43D-9BA5452073C9}" type="presParOf" srcId="{5390BAA4-E656-4C49-A70E-22823ADA8748}" destId="{44DDF1C6-8933-43A0-9CA0-85D20C44B26F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5ACCEC8-5E11-4DE6-9016-638BDC27739C}" type="doc">
      <dgm:prSet loTypeId="urn:microsoft.com/office/officeart/2005/8/layout/chevron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it-IT"/>
        </a:p>
      </dgm:t>
    </dgm:pt>
    <dgm:pt modelId="{87FBA916-FFCB-43DB-82E8-C4AC56C6A6FE}">
      <dgm:prSet phldrT="[Testo]"/>
      <dgm:spPr/>
      <dgm:t>
        <a:bodyPr/>
        <a:lstStyle/>
        <a:p>
          <a:r>
            <a:rPr lang="it-IT" dirty="0"/>
            <a:t>4</a:t>
          </a:r>
        </a:p>
      </dgm:t>
    </dgm:pt>
    <dgm:pt modelId="{F7EA4CB9-201D-4BD2-BF2A-08CD4CD069FD}" type="parTrans" cxnId="{F8C9C412-DED8-4CE1-A08C-5B2F75D2B2B0}">
      <dgm:prSet/>
      <dgm:spPr/>
      <dgm:t>
        <a:bodyPr/>
        <a:lstStyle/>
        <a:p>
          <a:endParaRPr lang="it-IT"/>
        </a:p>
      </dgm:t>
    </dgm:pt>
    <dgm:pt modelId="{E1FD3D76-132D-4E20-BA4A-BCAB6AAD6526}" type="sibTrans" cxnId="{F8C9C412-DED8-4CE1-A08C-5B2F75D2B2B0}">
      <dgm:prSet/>
      <dgm:spPr/>
      <dgm:t>
        <a:bodyPr/>
        <a:lstStyle/>
        <a:p>
          <a:endParaRPr lang="it-IT"/>
        </a:p>
      </dgm:t>
    </dgm:pt>
    <dgm:pt modelId="{CD349DE9-DD89-42A9-92A2-69E49C096AF0}">
      <dgm:prSet custT="1"/>
      <dgm:spPr/>
      <dgm:t>
        <a:bodyPr/>
        <a:lstStyle/>
        <a:p>
          <a:r>
            <a:rPr kumimoji="0" lang="it-IT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Neue Haas Grotesk Text Pro"/>
              <a:ea typeface="+mn-ea"/>
              <a:cs typeface="+mn-cs"/>
            </a:rPr>
            <a:t>Controllo finale dell’installazione</a:t>
          </a:r>
          <a:endParaRPr lang="it-IT" sz="1200" kern="1200" dirty="0">
            <a:solidFill>
              <a:schemeClr val="tx1"/>
            </a:solidFill>
            <a:latin typeface="Neue Haas Grotesk Text Pro"/>
            <a:ea typeface="+mn-ea"/>
            <a:cs typeface="+mn-cs"/>
          </a:endParaRPr>
        </a:p>
      </dgm:t>
    </dgm:pt>
    <dgm:pt modelId="{B7153C50-2E92-4C6B-B024-5437BDCB7E3E}" type="parTrans" cxnId="{DE1602A5-6F95-4981-96BD-89793972647D}">
      <dgm:prSet/>
      <dgm:spPr/>
      <dgm:t>
        <a:bodyPr/>
        <a:lstStyle/>
        <a:p>
          <a:endParaRPr lang="it-IT"/>
        </a:p>
      </dgm:t>
    </dgm:pt>
    <dgm:pt modelId="{8C0BA8B6-610A-4B78-962B-D399AC91AC6F}" type="sibTrans" cxnId="{DE1602A5-6F95-4981-96BD-89793972647D}">
      <dgm:prSet/>
      <dgm:spPr/>
      <dgm:t>
        <a:bodyPr/>
        <a:lstStyle/>
        <a:p>
          <a:endParaRPr lang="it-IT"/>
        </a:p>
      </dgm:t>
    </dgm:pt>
    <dgm:pt modelId="{C78B270B-3D2E-4017-9693-FFE17E88D02B}" type="pres">
      <dgm:prSet presAssocID="{95ACCEC8-5E11-4DE6-9016-638BDC27739C}" presName="linearFlow" presStyleCnt="0">
        <dgm:presLayoutVars>
          <dgm:dir/>
          <dgm:animLvl val="lvl"/>
          <dgm:resizeHandles val="exact"/>
        </dgm:presLayoutVars>
      </dgm:prSet>
      <dgm:spPr/>
    </dgm:pt>
    <dgm:pt modelId="{5390BAA4-E656-4C49-A70E-22823ADA8748}" type="pres">
      <dgm:prSet presAssocID="{87FBA916-FFCB-43DB-82E8-C4AC56C6A6FE}" presName="composite" presStyleCnt="0"/>
      <dgm:spPr/>
    </dgm:pt>
    <dgm:pt modelId="{87AEAEA3-5DE8-4A48-A1F4-012942B24D20}" type="pres">
      <dgm:prSet presAssocID="{87FBA916-FFCB-43DB-82E8-C4AC56C6A6FE}" presName="parentText" presStyleLbl="alignNode1" presStyleIdx="0" presStyleCnt="1">
        <dgm:presLayoutVars>
          <dgm:chMax val="1"/>
          <dgm:bulletEnabled val="1"/>
        </dgm:presLayoutVars>
      </dgm:prSet>
      <dgm:spPr/>
    </dgm:pt>
    <dgm:pt modelId="{44DDF1C6-8933-43A0-9CA0-85D20C44B26F}" type="pres">
      <dgm:prSet presAssocID="{87FBA916-FFCB-43DB-82E8-C4AC56C6A6FE}" presName="descendantText" presStyleLbl="alignAcc1" presStyleIdx="0" presStyleCnt="1" custLinFactNeighborX="-139" custLinFactNeighborY="-76">
        <dgm:presLayoutVars>
          <dgm:bulletEnabled val="1"/>
        </dgm:presLayoutVars>
      </dgm:prSet>
      <dgm:spPr/>
    </dgm:pt>
  </dgm:ptLst>
  <dgm:cxnLst>
    <dgm:cxn modelId="{F8C9C412-DED8-4CE1-A08C-5B2F75D2B2B0}" srcId="{95ACCEC8-5E11-4DE6-9016-638BDC27739C}" destId="{87FBA916-FFCB-43DB-82E8-C4AC56C6A6FE}" srcOrd="0" destOrd="0" parTransId="{F7EA4CB9-201D-4BD2-BF2A-08CD4CD069FD}" sibTransId="{E1FD3D76-132D-4E20-BA4A-BCAB6AAD6526}"/>
    <dgm:cxn modelId="{32D4301C-72BC-45AC-8742-7423FA06E2BE}" type="presOf" srcId="{CD349DE9-DD89-42A9-92A2-69E49C096AF0}" destId="{44DDF1C6-8933-43A0-9CA0-85D20C44B26F}" srcOrd="0" destOrd="0" presId="urn:microsoft.com/office/officeart/2005/8/layout/chevron2"/>
    <dgm:cxn modelId="{D4E7CE5A-DD8A-4197-86BA-DA7D45B338BA}" type="presOf" srcId="{95ACCEC8-5E11-4DE6-9016-638BDC27739C}" destId="{C78B270B-3D2E-4017-9693-FFE17E88D02B}" srcOrd="0" destOrd="0" presId="urn:microsoft.com/office/officeart/2005/8/layout/chevron2"/>
    <dgm:cxn modelId="{DE1602A5-6F95-4981-96BD-89793972647D}" srcId="{87FBA916-FFCB-43DB-82E8-C4AC56C6A6FE}" destId="{CD349DE9-DD89-42A9-92A2-69E49C096AF0}" srcOrd="0" destOrd="0" parTransId="{B7153C50-2E92-4C6B-B024-5437BDCB7E3E}" sibTransId="{8C0BA8B6-610A-4B78-962B-D399AC91AC6F}"/>
    <dgm:cxn modelId="{BADF3BC3-7A45-435C-B37F-88496EA3786F}" type="presOf" srcId="{87FBA916-FFCB-43DB-82E8-C4AC56C6A6FE}" destId="{87AEAEA3-5DE8-4A48-A1F4-012942B24D20}" srcOrd="0" destOrd="0" presId="urn:microsoft.com/office/officeart/2005/8/layout/chevron2"/>
    <dgm:cxn modelId="{9BB84861-AF37-4971-82D6-6EE25955806F}" type="presParOf" srcId="{C78B270B-3D2E-4017-9693-FFE17E88D02B}" destId="{5390BAA4-E656-4C49-A70E-22823ADA8748}" srcOrd="0" destOrd="0" presId="urn:microsoft.com/office/officeart/2005/8/layout/chevron2"/>
    <dgm:cxn modelId="{4B23BD1F-588F-4009-ADC6-0D22DE01B137}" type="presParOf" srcId="{5390BAA4-E656-4C49-A70E-22823ADA8748}" destId="{87AEAEA3-5DE8-4A48-A1F4-012942B24D20}" srcOrd="0" destOrd="0" presId="urn:microsoft.com/office/officeart/2005/8/layout/chevron2"/>
    <dgm:cxn modelId="{73B68E81-765C-407A-A43D-9BA5452073C9}" type="presParOf" srcId="{5390BAA4-E656-4C49-A70E-22823ADA8748}" destId="{44DDF1C6-8933-43A0-9CA0-85D20C44B26F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7AEAEA3-5DE8-4A48-A1F4-012942B24D20}">
      <dsp:nvSpPr>
        <dsp:cNvPr id="0" name=""/>
        <dsp:cNvSpPr/>
      </dsp:nvSpPr>
      <dsp:spPr>
        <a:xfrm rot="5400000">
          <a:off x="-118799" y="118799"/>
          <a:ext cx="792000" cy="554400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kern="1200" dirty="0"/>
            <a:t>1</a:t>
          </a:r>
        </a:p>
      </dsp:txBody>
      <dsp:txXfrm rot="-5400000">
        <a:off x="1" y="277199"/>
        <a:ext cx="554400" cy="237600"/>
      </dsp:txXfrm>
    </dsp:sp>
    <dsp:sp modelId="{44DDF1C6-8933-43A0-9CA0-85D20C44B26F}">
      <dsp:nvSpPr>
        <dsp:cNvPr id="0" name=""/>
        <dsp:cNvSpPr/>
      </dsp:nvSpPr>
      <dsp:spPr>
        <a:xfrm rot="5400000">
          <a:off x="4728163" y="-4173763"/>
          <a:ext cx="514800" cy="8862327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7620" rIns="7620" bIns="7620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1200" kern="1200" dirty="0">
              <a:solidFill>
                <a:schemeClr val="tx1"/>
              </a:solidFill>
            </a:rPr>
            <a:t>Scarica il file compresso </a:t>
          </a:r>
          <a:r>
            <a:rPr lang="it-IT" sz="1200" kern="1200" dirty="0">
              <a:solidFill>
                <a:schemeClr val="accent6">
                  <a:lumMod val="75000"/>
                </a:schemeClr>
              </a:solidFill>
            </a:rPr>
            <a:t>«</a:t>
          </a:r>
          <a:r>
            <a:rPr lang="it-IT" sz="1200" kern="1200" dirty="0" err="1">
              <a:solidFill>
                <a:schemeClr val="accent6">
                  <a:lumMod val="75000"/>
                </a:schemeClr>
              </a:solidFill>
            </a:rPr>
            <a:t>EasyCut</a:t>
          </a:r>
          <a:r>
            <a:rPr lang="it-IT" sz="1200" kern="1200" dirty="0">
              <a:solidFill>
                <a:schemeClr val="accent6">
                  <a:lumMod val="75000"/>
                </a:schemeClr>
              </a:solidFill>
            </a:rPr>
            <a:t> ver [Versione].7z» </a:t>
          </a:r>
          <a:r>
            <a:rPr lang="it-IT" sz="1200" kern="1200" dirty="0">
              <a:solidFill>
                <a:schemeClr val="tx1"/>
              </a:solidFill>
            </a:rPr>
            <a:t>dal sito </a:t>
          </a:r>
          <a:r>
            <a:rPr lang="it-IT" sz="1200" u="sng" kern="1200" dirty="0" err="1">
              <a:solidFill>
                <a:schemeClr val="tx1"/>
              </a:solidFill>
              <a:hlinkClick xmlns:r="http://schemas.openxmlformats.org/officeDocument/2006/relationships" r:id="rId1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EasyCut</a:t>
          </a:r>
          <a:r>
            <a:rPr lang="it-IT" sz="1200" kern="1200" dirty="0">
              <a:solidFill>
                <a:schemeClr val="tx1"/>
              </a:solidFill>
            </a:rPr>
            <a:t> tramite il pulsante "Download gratuito</a:t>
          </a:r>
          <a:r>
            <a:rPr lang="it-IT" sz="1200" kern="1200" dirty="0">
              <a:solidFill>
                <a:prstClr val="black"/>
              </a:solidFill>
              <a:latin typeface="Neue Haas Grotesk Text Pro"/>
              <a:ea typeface="+mn-ea"/>
              <a:cs typeface="+mn-cs"/>
            </a:rPr>
            <a:t>"</a:t>
          </a:r>
        </a:p>
      </dsp:txBody>
      <dsp:txXfrm rot="-5400000">
        <a:off x="554400" y="25130"/>
        <a:ext cx="8837197" cy="46454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7AEAEA3-5DE8-4A48-A1F4-012942B24D20}">
      <dsp:nvSpPr>
        <dsp:cNvPr id="0" name=""/>
        <dsp:cNvSpPr/>
      </dsp:nvSpPr>
      <dsp:spPr>
        <a:xfrm rot="5400000">
          <a:off x="-118799" y="118799"/>
          <a:ext cx="792000" cy="554400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kern="1200" dirty="0"/>
            <a:t>2</a:t>
          </a:r>
        </a:p>
      </dsp:txBody>
      <dsp:txXfrm rot="-5400000">
        <a:off x="1" y="277199"/>
        <a:ext cx="554400" cy="237600"/>
      </dsp:txXfrm>
    </dsp:sp>
    <dsp:sp modelId="{44DDF1C6-8933-43A0-9CA0-85D20C44B26F}">
      <dsp:nvSpPr>
        <dsp:cNvPr id="0" name=""/>
        <dsp:cNvSpPr/>
      </dsp:nvSpPr>
      <dsp:spPr>
        <a:xfrm rot="5400000">
          <a:off x="4715844" y="-4173763"/>
          <a:ext cx="514800" cy="8862327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7620" rIns="7620" bIns="7620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0" lang="it-IT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Neue Haas Grotesk Text Pro"/>
              <a:ea typeface="+mn-ea"/>
              <a:cs typeface="+mn-cs"/>
            </a:rPr>
            <a:t>Copia il file compresso in una cartella di tua scelta</a:t>
          </a:r>
          <a:endParaRPr lang="it-IT" sz="1200" kern="1200" dirty="0">
            <a:solidFill>
              <a:schemeClr val="tx1"/>
            </a:solidFill>
            <a:latin typeface="Neue Haas Grotesk Text Pro"/>
            <a:ea typeface="+mn-ea"/>
            <a:cs typeface="+mn-cs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0" lang="it-IT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Neue Haas Grotesk Text Pro"/>
              <a:ea typeface="+mn-ea"/>
              <a:cs typeface="+mn-cs"/>
            </a:rPr>
            <a:t>Estrai il file compresso con il pulsante destro del mouse </a:t>
          </a:r>
          <a:endParaRPr lang="it-IT" sz="1200" kern="1200" dirty="0">
            <a:solidFill>
              <a:schemeClr val="tx1"/>
            </a:solidFill>
            <a:latin typeface="Neue Haas Grotesk Text Pro"/>
            <a:ea typeface="+mn-ea"/>
            <a:cs typeface="+mn-cs"/>
          </a:endParaRPr>
        </a:p>
      </dsp:txBody>
      <dsp:txXfrm rot="-5400000">
        <a:off x="542081" y="25130"/>
        <a:ext cx="8837197" cy="46454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7AEAEA3-5DE8-4A48-A1F4-012942B24D20}">
      <dsp:nvSpPr>
        <dsp:cNvPr id="0" name=""/>
        <dsp:cNvSpPr/>
      </dsp:nvSpPr>
      <dsp:spPr>
        <a:xfrm rot="5400000">
          <a:off x="-118799" y="118799"/>
          <a:ext cx="792000" cy="554400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kern="1200" dirty="0"/>
            <a:t>3</a:t>
          </a:r>
        </a:p>
      </dsp:txBody>
      <dsp:txXfrm rot="-5400000">
        <a:off x="1" y="277199"/>
        <a:ext cx="554400" cy="237600"/>
      </dsp:txXfrm>
    </dsp:sp>
    <dsp:sp modelId="{44DDF1C6-8933-43A0-9CA0-85D20C44B26F}">
      <dsp:nvSpPr>
        <dsp:cNvPr id="0" name=""/>
        <dsp:cNvSpPr/>
      </dsp:nvSpPr>
      <dsp:spPr>
        <a:xfrm rot="5400000">
          <a:off x="4715844" y="-4173763"/>
          <a:ext cx="514800" cy="8862327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7620" rIns="7620" bIns="7620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0" lang="it-IT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Neue Haas Grotesk Text Pro"/>
              <a:ea typeface="+mn-ea"/>
              <a:cs typeface="+mn-cs"/>
            </a:rPr>
            <a:t>Al termine dell’estrazione esegui il comando </a:t>
          </a:r>
          <a:r>
            <a:rPr kumimoji="0" lang="it-IT" sz="1200" b="0" i="0" u="none" strike="noStrike" kern="1200" cap="none" spc="0" normalizeH="0" baseline="0" noProof="0" dirty="0" err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Neue Haas Grotesk Text Pro"/>
              <a:ea typeface="+mn-ea"/>
              <a:cs typeface="+mn-cs"/>
            </a:rPr>
            <a:t>SetupEasyCut</a:t>
          </a:r>
          <a:r>
            <a:rPr kumimoji="0" lang="it-IT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Neue Haas Grotesk Text Pro"/>
              <a:ea typeface="+mn-ea"/>
              <a:cs typeface="+mn-cs"/>
            </a:rPr>
            <a:t> con il pulsante destro del mouse</a:t>
          </a:r>
          <a:endParaRPr lang="it-IT" sz="1200" kern="1200" dirty="0">
            <a:solidFill>
              <a:schemeClr val="tx1"/>
            </a:solidFill>
            <a:latin typeface="Neue Haas Grotesk Text Pro"/>
            <a:ea typeface="+mn-ea"/>
            <a:cs typeface="+mn-cs"/>
          </a:endParaRPr>
        </a:p>
      </dsp:txBody>
      <dsp:txXfrm rot="-5400000">
        <a:off x="542081" y="25130"/>
        <a:ext cx="8837197" cy="46454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7AEAEA3-5DE8-4A48-A1F4-012942B24D20}">
      <dsp:nvSpPr>
        <dsp:cNvPr id="0" name=""/>
        <dsp:cNvSpPr/>
      </dsp:nvSpPr>
      <dsp:spPr>
        <a:xfrm rot="5400000">
          <a:off x="-118799" y="118799"/>
          <a:ext cx="792000" cy="554400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kern="1200" dirty="0"/>
            <a:t>4</a:t>
          </a:r>
        </a:p>
      </dsp:txBody>
      <dsp:txXfrm rot="-5400000">
        <a:off x="1" y="277199"/>
        <a:ext cx="554400" cy="237600"/>
      </dsp:txXfrm>
    </dsp:sp>
    <dsp:sp modelId="{44DDF1C6-8933-43A0-9CA0-85D20C44B26F}">
      <dsp:nvSpPr>
        <dsp:cNvPr id="0" name=""/>
        <dsp:cNvSpPr/>
      </dsp:nvSpPr>
      <dsp:spPr>
        <a:xfrm rot="5400000">
          <a:off x="4715844" y="-4173763"/>
          <a:ext cx="514800" cy="8862327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7620" rIns="7620" bIns="7620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0" lang="it-IT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Neue Haas Grotesk Text Pro"/>
              <a:ea typeface="+mn-ea"/>
              <a:cs typeface="+mn-cs"/>
            </a:rPr>
            <a:t>Controllo finale dell’installazione</a:t>
          </a:r>
          <a:endParaRPr lang="it-IT" sz="1200" kern="1200" dirty="0">
            <a:solidFill>
              <a:schemeClr val="tx1"/>
            </a:solidFill>
            <a:latin typeface="Neue Haas Grotesk Text Pro"/>
            <a:ea typeface="+mn-ea"/>
            <a:cs typeface="+mn-cs"/>
          </a:endParaRPr>
        </a:p>
      </dsp:txBody>
      <dsp:txXfrm rot="-5400000">
        <a:off x="542081" y="25130"/>
        <a:ext cx="8837197" cy="46454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8/22/2025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4249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8/22/2025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45222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8/22/2025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12069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8/22/2025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646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8/22/2025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3457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8/22/2025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905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8/22/2025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3958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8/22/2025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2822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8/22/2025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8851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8/22/2025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13951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8/22/2025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3363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8/22/2025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782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2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E448DB1-4196-18A6-15DA-C72635C1B1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pic>
        <p:nvPicPr>
          <p:cNvPr id="4" name="Picture 3" descr="Pezzi di plastica di un puzzle">
            <a:extLst>
              <a:ext uri="{FF2B5EF4-FFF2-40B4-BE49-F238E27FC236}">
                <a16:creationId xmlns:a16="http://schemas.microsoft.com/office/drawing/2014/main" id="{EC7C08E8-8E3E-6B89-59A3-EF1DF4C9894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051" b="1372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76A10D8F-D463-70E5-239B-17AD65EF43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73183" y="173181"/>
            <a:ext cx="6858002" cy="65116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30000"/>
                </a:schemeClr>
              </a:gs>
              <a:gs pos="26000">
                <a:schemeClr val="bg1">
                  <a:alpha val="17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21B14F00-EAF0-8161-D99B-26617A5D20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6506" y="603315"/>
            <a:ext cx="5649211" cy="3685731"/>
          </a:xfrm>
        </p:spPr>
        <p:txBody>
          <a:bodyPr anchor="t">
            <a:normAutofit/>
          </a:bodyPr>
          <a:lstStyle/>
          <a:p>
            <a:pPr algn="l"/>
            <a:r>
              <a:rPr lang="it-IT" sz="6600" dirty="0"/>
              <a:t>EASYCUT</a:t>
            </a:r>
            <a:br>
              <a:rPr lang="it-IT" sz="6600" dirty="0"/>
            </a:br>
            <a:endParaRPr lang="it-IT" sz="6600" dirty="0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32B8450A-0F50-7015-7A53-D2D6725F76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6507" y="4437176"/>
            <a:ext cx="6105240" cy="1290807"/>
          </a:xfrm>
        </p:spPr>
        <p:txBody>
          <a:bodyPr anchor="ctr">
            <a:normAutofit/>
          </a:bodyPr>
          <a:lstStyle/>
          <a:p>
            <a:pPr algn="l"/>
            <a:r>
              <a:rPr lang="it-IT" sz="2200" dirty="0"/>
              <a:t>Note per l’installazione del programma</a:t>
            </a:r>
          </a:p>
        </p:txBody>
      </p:sp>
    </p:spTree>
    <p:extLst>
      <p:ext uri="{BB962C8B-B14F-4D97-AF65-F5344CB8AC3E}">
        <p14:creationId xmlns:p14="http://schemas.microsoft.com/office/powerpoint/2010/main" val="4704470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D812A9E-7812-BD05-9899-2AE144C0A4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4774" y="729615"/>
            <a:ext cx="4473701" cy="1132258"/>
          </a:xfrm>
        </p:spPr>
        <p:txBody>
          <a:bodyPr>
            <a:noAutofit/>
          </a:bodyPr>
          <a:lstStyle/>
          <a:p>
            <a:r>
              <a:rPr lang="it-IT" sz="2400" dirty="0">
                <a:solidFill>
                  <a:schemeClr val="bg1">
                    <a:lumMod val="95000"/>
                  </a:schemeClr>
                </a:solidFill>
              </a:rPr>
              <a:t>Per  iniziare</a:t>
            </a:r>
            <a:br>
              <a:rPr lang="it-IT" sz="1800" dirty="0"/>
            </a:br>
            <a:br>
              <a:rPr lang="it-IT" sz="1800" dirty="0"/>
            </a:br>
            <a:r>
              <a:rPr lang="it-IT" sz="1800" dirty="0">
                <a:solidFill>
                  <a:schemeClr val="bg1">
                    <a:lumMod val="95000"/>
                  </a:schemeClr>
                </a:solidFill>
              </a:rPr>
              <a:t>Rispettare i seguenti requisiti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FF97583-6A60-DD6E-6894-9FB09AB478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76654" y="2141403"/>
            <a:ext cx="3091134" cy="271919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1400" b="1" dirty="0">
                <a:solidFill>
                  <a:schemeClr val="bg1">
                    <a:lumMod val="95000"/>
                  </a:schemeClr>
                </a:solidFill>
              </a:rPr>
              <a:t>Sistema </a:t>
            </a:r>
            <a:r>
              <a:rPr lang="en-GB" sz="1400" b="1" dirty="0" err="1">
                <a:solidFill>
                  <a:schemeClr val="bg1">
                    <a:lumMod val="95000"/>
                  </a:schemeClr>
                </a:solidFill>
              </a:rPr>
              <a:t>operativo</a:t>
            </a:r>
            <a:r>
              <a:rPr lang="en-GB" sz="1400" b="1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GB" sz="1400" b="1" dirty="0" err="1">
                <a:solidFill>
                  <a:schemeClr val="bg1">
                    <a:lumMod val="95000"/>
                  </a:schemeClr>
                </a:solidFill>
              </a:rPr>
              <a:t>supportato</a:t>
            </a:r>
            <a:r>
              <a:rPr lang="en-GB" sz="1400" b="1" dirty="0">
                <a:solidFill>
                  <a:schemeClr val="bg1">
                    <a:lumMod val="95000"/>
                  </a:schemeClr>
                </a:solidFill>
              </a:rPr>
              <a:t>:</a:t>
            </a:r>
          </a:p>
          <a:p>
            <a:r>
              <a:rPr lang="en-GB" sz="1200" dirty="0">
                <a:solidFill>
                  <a:schemeClr val="bg1">
                    <a:lumMod val="95000"/>
                  </a:schemeClr>
                </a:solidFill>
              </a:rPr>
              <a:t>Windows XP</a:t>
            </a:r>
          </a:p>
          <a:p>
            <a:r>
              <a:rPr lang="en-GB" sz="1200" dirty="0">
                <a:solidFill>
                  <a:schemeClr val="bg1">
                    <a:lumMod val="95000"/>
                  </a:schemeClr>
                </a:solidFill>
              </a:rPr>
              <a:t>Windows Vista</a:t>
            </a:r>
          </a:p>
          <a:p>
            <a:r>
              <a:rPr lang="en-GB" sz="1200" dirty="0">
                <a:solidFill>
                  <a:schemeClr val="bg1">
                    <a:lumMod val="95000"/>
                  </a:schemeClr>
                </a:solidFill>
              </a:rPr>
              <a:t>Windows 7</a:t>
            </a:r>
          </a:p>
          <a:p>
            <a:r>
              <a:rPr lang="en-GB" sz="1200" dirty="0">
                <a:solidFill>
                  <a:schemeClr val="bg1">
                    <a:lumMod val="95000"/>
                  </a:schemeClr>
                </a:solidFill>
              </a:rPr>
              <a:t>Windows 8</a:t>
            </a:r>
          </a:p>
          <a:p>
            <a:r>
              <a:rPr lang="en-GB" sz="1200" dirty="0">
                <a:solidFill>
                  <a:schemeClr val="bg1">
                    <a:lumMod val="95000"/>
                  </a:schemeClr>
                </a:solidFill>
              </a:rPr>
              <a:t>Windows 10</a:t>
            </a:r>
          </a:p>
          <a:p>
            <a:r>
              <a:rPr lang="en-GB" sz="1200" dirty="0">
                <a:solidFill>
                  <a:schemeClr val="bg1">
                    <a:lumMod val="95000"/>
                  </a:schemeClr>
                </a:solidFill>
              </a:rPr>
              <a:t>Windows 11</a:t>
            </a:r>
          </a:p>
          <a:p>
            <a:pPr marL="0" indent="0">
              <a:buNone/>
            </a:pPr>
            <a:endParaRPr lang="en-GB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4" name="Segnaposto contenuto 2">
            <a:extLst>
              <a:ext uri="{FF2B5EF4-FFF2-40B4-BE49-F238E27FC236}">
                <a16:creationId xmlns:a16="http://schemas.microsoft.com/office/drawing/2014/main" id="{4F012184-A810-1273-3C88-898BDF39FA63}"/>
              </a:ext>
            </a:extLst>
          </p:cNvPr>
          <p:cNvSpPr txBox="1">
            <a:spLocks/>
          </p:cNvSpPr>
          <p:nvPr/>
        </p:nvSpPr>
        <p:spPr>
          <a:xfrm>
            <a:off x="5802619" y="2141403"/>
            <a:ext cx="4198630" cy="17828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it-IT" sz="1400" b="1" dirty="0">
                <a:solidFill>
                  <a:schemeClr val="bg1">
                    <a:lumMod val="95000"/>
                  </a:schemeClr>
                </a:solidFill>
              </a:rPr>
              <a:t>Versione AutoCAD supportato:</a:t>
            </a:r>
          </a:p>
          <a:p>
            <a:r>
              <a:rPr lang="it-IT" sz="1200" dirty="0">
                <a:solidFill>
                  <a:schemeClr val="bg1">
                    <a:lumMod val="95000"/>
                  </a:schemeClr>
                </a:solidFill>
              </a:rPr>
              <a:t>Da AutoCAD 2007 ad Autocad 2025</a:t>
            </a:r>
          </a:p>
          <a:p>
            <a:r>
              <a:rPr lang="it-IT" sz="1200" dirty="0">
                <a:solidFill>
                  <a:schemeClr val="bg1">
                    <a:lumMod val="95000"/>
                  </a:schemeClr>
                </a:solidFill>
              </a:rPr>
              <a:t>Assicurarsi che nella versione di AutoCAD sia attivo il modulo </a:t>
            </a:r>
            <a:r>
              <a:rPr lang="it-IT" sz="1200" dirty="0" err="1">
                <a:solidFill>
                  <a:schemeClr val="bg1">
                    <a:lumMod val="95000"/>
                  </a:schemeClr>
                </a:solidFill>
              </a:rPr>
              <a:t>Autolisp</a:t>
            </a:r>
            <a:r>
              <a:rPr lang="it-IT" sz="1200" dirty="0">
                <a:solidFill>
                  <a:schemeClr val="bg1">
                    <a:lumMod val="95000"/>
                  </a:schemeClr>
                </a:solidFill>
              </a:rPr>
              <a:t>.</a:t>
            </a:r>
            <a:br>
              <a:rPr lang="it-IT" sz="12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it-IT" sz="1200" dirty="0">
                <a:solidFill>
                  <a:schemeClr val="bg1">
                    <a:lumMod val="95000"/>
                  </a:schemeClr>
                </a:solidFill>
              </a:rPr>
              <a:t>Non necessita modulo VBA.</a:t>
            </a:r>
          </a:p>
          <a:p>
            <a:endParaRPr lang="en-GB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990FB19D-5BED-9DD6-D7AB-C75F5DB78EE3}"/>
              </a:ext>
            </a:extLst>
          </p:cNvPr>
          <p:cNvSpPr txBox="1"/>
          <p:nvPr/>
        </p:nvSpPr>
        <p:spPr>
          <a:xfrm>
            <a:off x="10068237" y="129252"/>
            <a:ext cx="157512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200" b="1" i="0" dirty="0" err="1">
                <a:solidFill>
                  <a:schemeClr val="bg1"/>
                </a:solidFill>
                <a:effectLst/>
                <a:latin typeface="Inter"/>
              </a:rPr>
              <a:t>EasyCut</a:t>
            </a:r>
            <a:endParaRPr lang="it-IT" sz="3200" dirty="0">
              <a:solidFill>
                <a:schemeClr val="bg1"/>
              </a:solidFill>
            </a:endParaRPr>
          </a:p>
        </p:txBody>
      </p:sp>
      <p:sp>
        <p:nvSpPr>
          <p:cNvPr id="8" name="Segnaposto contenuto 2">
            <a:extLst>
              <a:ext uri="{FF2B5EF4-FFF2-40B4-BE49-F238E27FC236}">
                <a16:creationId xmlns:a16="http://schemas.microsoft.com/office/drawing/2014/main" id="{33F521A7-8DFD-203C-2A31-889161745A2F}"/>
              </a:ext>
            </a:extLst>
          </p:cNvPr>
          <p:cNvSpPr txBox="1">
            <a:spLocks/>
          </p:cNvSpPr>
          <p:nvPr/>
        </p:nvSpPr>
        <p:spPr>
          <a:xfrm>
            <a:off x="5802619" y="4188851"/>
            <a:ext cx="4198630" cy="6717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it-IT" sz="1100" b="1" dirty="0" err="1">
                <a:solidFill>
                  <a:schemeClr val="bg1">
                    <a:lumMod val="95000"/>
                  </a:schemeClr>
                </a:solidFill>
              </a:rPr>
              <a:t>EasyCut</a:t>
            </a:r>
            <a:r>
              <a:rPr lang="it-IT" sz="1100" b="1" dirty="0">
                <a:solidFill>
                  <a:schemeClr val="bg1">
                    <a:lumMod val="95000"/>
                  </a:schemeClr>
                </a:solidFill>
              </a:rPr>
              <a:t> NON SUPPORTA NESSUNA VERSIONE DI AUTOCADLT</a:t>
            </a:r>
            <a:endParaRPr lang="it-IT" sz="1100" dirty="0">
              <a:solidFill>
                <a:schemeClr val="bg1">
                  <a:lumMod val="95000"/>
                </a:schemeClr>
              </a:solidFill>
            </a:endParaRPr>
          </a:p>
          <a:p>
            <a:pPr marL="0" indent="0">
              <a:buNone/>
            </a:pPr>
            <a:endParaRPr lang="en-GB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06511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BCFFE8-BC36-6E9D-8AB9-52E8C7EDC7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Diagramma 25">
            <a:extLst>
              <a:ext uri="{FF2B5EF4-FFF2-40B4-BE49-F238E27FC236}">
                <a16:creationId xmlns:a16="http://schemas.microsoft.com/office/drawing/2014/main" id="{2AFADDD6-DB1A-451F-7276-67E6863AEF8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4207689"/>
              </p:ext>
            </p:extLst>
          </p:nvPr>
        </p:nvGraphicFramePr>
        <p:xfrm>
          <a:off x="504000" y="205200"/>
          <a:ext cx="9416727" cy="79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27" name="Immagine 26">
            <a:extLst>
              <a:ext uri="{FF2B5EF4-FFF2-40B4-BE49-F238E27FC236}">
                <a16:creationId xmlns:a16="http://schemas.microsoft.com/office/drawing/2014/main" id="{5876E2FC-0AFF-727D-1F7E-33EE4CC3A54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4000" y="1144800"/>
            <a:ext cx="7458854" cy="537015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" name="CasellaDiTesto 7">
            <a:extLst>
              <a:ext uri="{FF2B5EF4-FFF2-40B4-BE49-F238E27FC236}">
                <a16:creationId xmlns:a16="http://schemas.microsoft.com/office/drawing/2014/main" id="{AAA186BD-C0CC-EEF7-4394-4602D387CBD6}"/>
              </a:ext>
            </a:extLst>
          </p:cNvPr>
          <p:cNvSpPr txBox="1"/>
          <p:nvPr/>
        </p:nvSpPr>
        <p:spPr>
          <a:xfrm>
            <a:off x="10068237" y="129252"/>
            <a:ext cx="157512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200" b="1" i="0" dirty="0" err="1">
                <a:solidFill>
                  <a:schemeClr val="bg1"/>
                </a:solidFill>
                <a:effectLst/>
                <a:latin typeface="Inter"/>
              </a:rPr>
              <a:t>EasyCut</a:t>
            </a:r>
            <a:endParaRPr lang="it-IT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53827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3BCDED-D7A6-7A39-AB74-58C7F33919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magine 12">
            <a:extLst>
              <a:ext uri="{FF2B5EF4-FFF2-40B4-BE49-F238E27FC236}">
                <a16:creationId xmlns:a16="http://schemas.microsoft.com/office/drawing/2014/main" id="{E8D0185C-737A-985B-1494-482AA10506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000" y="1144800"/>
            <a:ext cx="8175444" cy="522624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aphicFrame>
        <p:nvGraphicFramePr>
          <p:cNvPr id="26" name="Diagramma 25">
            <a:extLst>
              <a:ext uri="{FF2B5EF4-FFF2-40B4-BE49-F238E27FC236}">
                <a16:creationId xmlns:a16="http://schemas.microsoft.com/office/drawing/2014/main" id="{2F369891-29D2-7C29-FB08-9BA2D4D080D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97718908"/>
              </p:ext>
            </p:extLst>
          </p:nvPr>
        </p:nvGraphicFramePr>
        <p:xfrm>
          <a:off x="504000" y="203964"/>
          <a:ext cx="9416727" cy="79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Freccia a destra 5">
            <a:extLst>
              <a:ext uri="{FF2B5EF4-FFF2-40B4-BE49-F238E27FC236}">
                <a16:creationId xmlns:a16="http://schemas.microsoft.com/office/drawing/2014/main" id="{E194BA8A-E6F0-A8C4-FEA9-D310DA64DBAC}"/>
              </a:ext>
            </a:extLst>
          </p:cNvPr>
          <p:cNvSpPr/>
          <p:nvPr/>
        </p:nvSpPr>
        <p:spPr>
          <a:xfrm>
            <a:off x="4287520" y="3977014"/>
            <a:ext cx="443869" cy="38162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17" name="Immagine 16">
            <a:extLst>
              <a:ext uri="{FF2B5EF4-FFF2-40B4-BE49-F238E27FC236}">
                <a16:creationId xmlns:a16="http://schemas.microsoft.com/office/drawing/2014/main" id="{5BC0C646-577C-F165-8657-46822DEEF49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43317" y="2819320"/>
            <a:ext cx="4579636" cy="383471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4CC8EAA7-92B3-00F0-C1D9-F1F3842C48AF}"/>
              </a:ext>
            </a:extLst>
          </p:cNvPr>
          <p:cNvSpPr txBox="1"/>
          <p:nvPr/>
        </p:nvSpPr>
        <p:spPr>
          <a:xfrm>
            <a:off x="10068237" y="129252"/>
            <a:ext cx="157512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200" b="1" i="0" dirty="0" err="1">
                <a:solidFill>
                  <a:schemeClr val="bg1"/>
                </a:solidFill>
                <a:effectLst/>
                <a:latin typeface="Inter"/>
              </a:rPr>
              <a:t>EasyCut</a:t>
            </a:r>
            <a:endParaRPr lang="it-IT" sz="3200" dirty="0">
              <a:solidFill>
                <a:schemeClr val="bg1"/>
              </a:solidFill>
            </a:endParaRPr>
          </a:p>
        </p:txBody>
      </p:sp>
      <p:sp>
        <p:nvSpPr>
          <p:cNvPr id="19" name="Freccia a destra 18">
            <a:extLst>
              <a:ext uri="{FF2B5EF4-FFF2-40B4-BE49-F238E27FC236}">
                <a16:creationId xmlns:a16="http://schemas.microsoft.com/office/drawing/2014/main" id="{C398EFC4-DA46-791B-2357-1B11021CCE1D}"/>
              </a:ext>
            </a:extLst>
          </p:cNvPr>
          <p:cNvSpPr/>
          <p:nvPr/>
        </p:nvSpPr>
        <p:spPr>
          <a:xfrm>
            <a:off x="7167102" y="3922091"/>
            <a:ext cx="443869" cy="38162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226545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F0253F-7CC6-12BE-0CB1-284816B841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magine 6">
            <a:extLst>
              <a:ext uri="{FF2B5EF4-FFF2-40B4-BE49-F238E27FC236}">
                <a16:creationId xmlns:a16="http://schemas.microsoft.com/office/drawing/2014/main" id="{9290DE95-E6BF-21E2-C03D-CF13564721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000" y="1144800"/>
            <a:ext cx="8175444" cy="516452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4" name="Rettangolo ad angolo ripiegato 23">
            <a:extLst>
              <a:ext uri="{FF2B5EF4-FFF2-40B4-BE49-F238E27FC236}">
                <a16:creationId xmlns:a16="http://schemas.microsoft.com/office/drawing/2014/main" id="{88FD953E-5AD5-590E-9637-22345E5FD150}"/>
              </a:ext>
            </a:extLst>
          </p:cNvPr>
          <p:cNvSpPr/>
          <p:nvPr/>
        </p:nvSpPr>
        <p:spPr>
          <a:xfrm>
            <a:off x="8748578" y="3065605"/>
            <a:ext cx="3305174" cy="3154220"/>
          </a:xfrm>
          <a:prstGeom prst="foldedCorner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graphicFrame>
        <p:nvGraphicFramePr>
          <p:cNvPr id="26" name="Diagramma 25">
            <a:extLst>
              <a:ext uri="{FF2B5EF4-FFF2-40B4-BE49-F238E27FC236}">
                <a16:creationId xmlns:a16="http://schemas.microsoft.com/office/drawing/2014/main" id="{BC5FF1D6-D314-CFC0-A558-C4C7FA80E03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99851121"/>
              </p:ext>
            </p:extLst>
          </p:nvPr>
        </p:nvGraphicFramePr>
        <p:xfrm>
          <a:off x="504000" y="203964"/>
          <a:ext cx="9416727" cy="79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2468574B-BE50-02DA-5ACA-7270100975B8}"/>
              </a:ext>
            </a:extLst>
          </p:cNvPr>
          <p:cNvSpPr txBox="1"/>
          <p:nvPr/>
        </p:nvSpPr>
        <p:spPr>
          <a:xfrm>
            <a:off x="8823643" y="3202310"/>
            <a:ext cx="3252786" cy="2708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200" dirty="0">
                <a:effectLst/>
                <a:latin typeface="+mj-lt"/>
                <a:cs typeface="Arial" panose="020B0604020202020204" pitchFamily="34" charset="0"/>
              </a:rPr>
              <a:t>Cos’è il file </a:t>
            </a:r>
            <a:r>
              <a:rPr lang="it-IT" sz="1200" dirty="0" err="1">
                <a:effectLst/>
                <a:latin typeface="+mj-lt"/>
                <a:cs typeface="Arial" panose="020B0604020202020204" pitchFamily="34" charset="0"/>
              </a:rPr>
              <a:t>SetupEasyCut</a:t>
            </a:r>
            <a:r>
              <a:rPr lang="it-IT" sz="1200" dirty="0">
                <a:effectLst/>
                <a:latin typeface="+mj-lt"/>
                <a:cs typeface="Arial" panose="020B0604020202020204" pitchFamily="34" charset="0"/>
              </a:rPr>
              <a:t> 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100" dirty="0">
                <a:latin typeface="+mj-lt"/>
                <a:cs typeface="Arial" panose="020B0604020202020204" pitchFamily="34" charset="0"/>
              </a:rPr>
              <a:t>E’ un file sicuro non contiene virus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100" dirty="0">
                <a:latin typeface="+mj-lt"/>
                <a:cs typeface="Arial" panose="020B0604020202020204" pitchFamily="34" charset="0"/>
              </a:rPr>
              <a:t>Se non sei sicuro analizzalo con il tuo antivirus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sz="1200" dirty="0">
              <a:latin typeface="+mj-lt"/>
              <a:cs typeface="Arial" panose="020B0604020202020204" pitchFamily="34" charset="0"/>
            </a:endParaRPr>
          </a:p>
          <a:p>
            <a:r>
              <a:rPr lang="it-IT" sz="1200" dirty="0">
                <a:effectLst/>
                <a:latin typeface="+mj-lt"/>
                <a:cs typeface="Arial" panose="020B0604020202020204" pitchFamily="34" charset="0"/>
              </a:rPr>
              <a:t>Cosa fa il file </a:t>
            </a:r>
            <a:r>
              <a:rPr lang="it-IT" sz="1200" dirty="0" err="1">
                <a:effectLst/>
                <a:latin typeface="+mj-lt"/>
                <a:cs typeface="Arial" panose="020B0604020202020204" pitchFamily="34" charset="0"/>
              </a:rPr>
              <a:t>SetupEasyCut</a:t>
            </a:r>
            <a:r>
              <a:rPr lang="it-IT" sz="1200" dirty="0">
                <a:effectLst/>
                <a:latin typeface="+mj-lt"/>
                <a:cs typeface="Arial" panose="020B0604020202020204" pitchFamily="34" charset="0"/>
              </a:rPr>
              <a:t> 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100" dirty="0">
                <a:latin typeface="+mj-lt"/>
                <a:cs typeface="Arial" panose="020B0604020202020204" pitchFamily="34" charset="0"/>
              </a:rPr>
              <a:t>Controlla se esiste nel sistema una versione attiva di Autocad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100" dirty="0">
                <a:latin typeface="+mj-lt"/>
                <a:cs typeface="Arial" panose="020B0604020202020204" pitchFamily="34" charset="0"/>
              </a:rPr>
              <a:t>Non modifica alcun registro del sistema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100" dirty="0">
                <a:latin typeface="+mj-lt"/>
                <a:cs typeface="Arial" panose="020B0604020202020204" pitchFamily="34" charset="0"/>
              </a:rPr>
              <a:t>Aggiunge il registro </a:t>
            </a:r>
            <a:r>
              <a:rPr lang="it-IT" sz="1100" dirty="0" err="1">
                <a:latin typeface="+mj-lt"/>
                <a:cs typeface="Arial" panose="020B0604020202020204" pitchFamily="34" charset="0"/>
              </a:rPr>
              <a:t>EasyCut</a:t>
            </a:r>
            <a:r>
              <a:rPr lang="it-IT" sz="1100" dirty="0">
                <a:latin typeface="+mj-lt"/>
                <a:cs typeface="Arial" panose="020B0604020202020204" pitchFamily="34" charset="0"/>
              </a:rPr>
              <a:t> per il suo funzionamento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sz="1200" dirty="0">
              <a:latin typeface="+mj-lt"/>
              <a:cs typeface="Arial" panose="020B0604020202020204" pitchFamily="34" charset="0"/>
            </a:endParaRPr>
          </a:p>
          <a:p>
            <a:r>
              <a:rPr lang="it-IT" sz="1200" dirty="0">
                <a:latin typeface="+mj-lt"/>
                <a:cs typeface="Arial" panose="020B0604020202020204" pitchFamily="34" charset="0"/>
              </a:rPr>
              <a:t>Com’è scritto </a:t>
            </a:r>
            <a:r>
              <a:rPr lang="it-IT" sz="1200" dirty="0" err="1">
                <a:latin typeface="+mj-lt"/>
                <a:cs typeface="Arial" panose="020B0604020202020204" pitchFamily="34" charset="0"/>
              </a:rPr>
              <a:t>SetupEasyCut</a:t>
            </a:r>
            <a:r>
              <a:rPr lang="it-IT" sz="1200" dirty="0">
                <a:latin typeface="+mj-lt"/>
                <a:cs typeface="Arial" panose="020B0604020202020204" pitchFamily="34" charset="0"/>
              </a:rPr>
              <a:t> 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100" dirty="0">
                <a:latin typeface="+mj-lt"/>
                <a:cs typeface="Arial" panose="020B0604020202020204" pitchFamily="34" charset="0"/>
              </a:rPr>
              <a:t>E’ un file batch script in formato Ascii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100" dirty="0">
                <a:latin typeface="+mj-lt"/>
                <a:cs typeface="Arial" panose="020B0604020202020204" pitchFamily="34" charset="0"/>
              </a:rPr>
              <a:t>Può essere aperto, controllato ed editato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0E8D9277-0E50-3F07-193B-FC103A7E9834}"/>
              </a:ext>
            </a:extLst>
          </p:cNvPr>
          <p:cNvSpPr txBox="1"/>
          <p:nvPr/>
        </p:nvSpPr>
        <p:spPr>
          <a:xfrm>
            <a:off x="10068237" y="129252"/>
            <a:ext cx="157512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200" b="1" i="0" dirty="0" err="1">
                <a:solidFill>
                  <a:schemeClr val="bg1"/>
                </a:solidFill>
                <a:effectLst/>
                <a:latin typeface="Inter"/>
              </a:rPr>
              <a:t>EasyCut</a:t>
            </a:r>
            <a:endParaRPr lang="it-IT" sz="3200" dirty="0">
              <a:solidFill>
                <a:schemeClr val="bg1"/>
              </a:solidFill>
            </a:endParaRPr>
          </a:p>
        </p:txBody>
      </p:sp>
      <p:sp>
        <p:nvSpPr>
          <p:cNvPr id="11" name="Freccia a destra 10">
            <a:extLst>
              <a:ext uri="{FF2B5EF4-FFF2-40B4-BE49-F238E27FC236}">
                <a16:creationId xmlns:a16="http://schemas.microsoft.com/office/drawing/2014/main" id="{DBD16191-0BB4-349B-C6C7-58E7B0DCE6BC}"/>
              </a:ext>
            </a:extLst>
          </p:cNvPr>
          <p:cNvSpPr/>
          <p:nvPr/>
        </p:nvSpPr>
        <p:spPr>
          <a:xfrm>
            <a:off x="3769360" y="3651894"/>
            <a:ext cx="443869" cy="38162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594418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EFB9D0-0C98-50FC-9633-7A5EE6B503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magine 6">
            <a:extLst>
              <a:ext uri="{FF2B5EF4-FFF2-40B4-BE49-F238E27FC236}">
                <a16:creationId xmlns:a16="http://schemas.microsoft.com/office/drawing/2014/main" id="{084CE33B-692A-9E89-828C-0897A1AAE8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001" y="1145291"/>
            <a:ext cx="10164437" cy="522624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aphicFrame>
        <p:nvGraphicFramePr>
          <p:cNvPr id="26" name="Diagramma 25">
            <a:extLst>
              <a:ext uri="{FF2B5EF4-FFF2-40B4-BE49-F238E27FC236}">
                <a16:creationId xmlns:a16="http://schemas.microsoft.com/office/drawing/2014/main" id="{27CBA2E1-E52D-14F0-1DB2-046874415E6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06242338"/>
              </p:ext>
            </p:extLst>
          </p:nvPr>
        </p:nvGraphicFramePr>
        <p:xfrm>
          <a:off x="504000" y="203964"/>
          <a:ext cx="9416727" cy="79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Parentesi graffa chiusa 3">
            <a:extLst>
              <a:ext uri="{FF2B5EF4-FFF2-40B4-BE49-F238E27FC236}">
                <a16:creationId xmlns:a16="http://schemas.microsoft.com/office/drawing/2014/main" id="{5011A6A3-739C-E552-555E-19DE5B7B12D5}"/>
              </a:ext>
            </a:extLst>
          </p:cNvPr>
          <p:cNvSpPr/>
          <p:nvPr/>
        </p:nvSpPr>
        <p:spPr>
          <a:xfrm>
            <a:off x="8916264" y="4877808"/>
            <a:ext cx="161925" cy="981075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4" name="Rettangolo ad angolo ripiegato 13">
            <a:extLst>
              <a:ext uri="{FF2B5EF4-FFF2-40B4-BE49-F238E27FC236}">
                <a16:creationId xmlns:a16="http://schemas.microsoft.com/office/drawing/2014/main" id="{C51E04C5-EDCF-6A3D-9A68-8E9883C46E50}"/>
              </a:ext>
            </a:extLst>
          </p:cNvPr>
          <p:cNvSpPr/>
          <p:nvPr/>
        </p:nvSpPr>
        <p:spPr>
          <a:xfrm>
            <a:off x="9257252" y="4852720"/>
            <a:ext cx="1789021" cy="1015052"/>
          </a:xfrm>
          <a:prstGeom prst="foldedCorner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FE243AA7-0725-ECC6-7517-3D1539E4DCD8}"/>
              </a:ext>
            </a:extLst>
          </p:cNvPr>
          <p:cNvSpPr txBox="1"/>
          <p:nvPr/>
        </p:nvSpPr>
        <p:spPr>
          <a:xfrm>
            <a:off x="9257252" y="4780828"/>
            <a:ext cx="1904999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it-IT" sz="1600" b="1" dirty="0">
              <a:solidFill>
                <a:schemeClr val="bg1"/>
              </a:solidFill>
              <a:latin typeface="Inter"/>
            </a:endParaRPr>
          </a:p>
          <a:p>
            <a:r>
              <a:rPr lang="it-IT" sz="1200" dirty="0">
                <a:effectLst/>
                <a:latin typeface="+mj-lt"/>
              </a:rPr>
              <a:t>Se appaiono queste scritte </a:t>
            </a:r>
            <a:r>
              <a:rPr lang="it-IT" sz="1200" dirty="0" err="1">
                <a:effectLst/>
                <a:latin typeface="+mj-lt"/>
              </a:rPr>
              <a:t>EasyCut</a:t>
            </a:r>
            <a:r>
              <a:rPr lang="it-IT" sz="1200" dirty="0">
                <a:effectLst/>
                <a:latin typeface="+mj-lt"/>
              </a:rPr>
              <a:t> è stato installato</a:t>
            </a:r>
            <a:endParaRPr lang="it-IT" sz="1200" dirty="0">
              <a:latin typeface="+mj-lt"/>
            </a:endParaRP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92366388-92EF-9306-7C59-C766BB1C8CE9}"/>
              </a:ext>
            </a:extLst>
          </p:cNvPr>
          <p:cNvSpPr txBox="1"/>
          <p:nvPr/>
        </p:nvSpPr>
        <p:spPr>
          <a:xfrm>
            <a:off x="10068237" y="129252"/>
            <a:ext cx="157512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200" b="1" i="0" dirty="0" err="1">
                <a:solidFill>
                  <a:schemeClr val="bg1"/>
                </a:solidFill>
                <a:effectLst/>
                <a:latin typeface="Inter"/>
              </a:rPr>
              <a:t>EasyCut</a:t>
            </a:r>
            <a:endParaRPr lang="it-IT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1686600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213</Words>
  <Application>Microsoft Office PowerPoint</Application>
  <PresentationFormat>Widescreen</PresentationFormat>
  <Paragraphs>42</Paragraphs>
  <Slides>6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6</vt:i4>
      </vt:variant>
    </vt:vector>
  </HeadingPairs>
  <TitlesOfParts>
    <vt:vector size="10" baseType="lpstr">
      <vt:lpstr>Arial</vt:lpstr>
      <vt:lpstr>Inter</vt:lpstr>
      <vt:lpstr>Neue Haas Grotesk Text Pro</vt:lpstr>
      <vt:lpstr>VanillaVTI</vt:lpstr>
      <vt:lpstr>EASYCUT </vt:lpstr>
      <vt:lpstr>Per  iniziare  Rispettare i seguenti requisiti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Andrea De Luca</dc:creator>
  <cp:lastModifiedBy>Andrea De Luca</cp:lastModifiedBy>
  <cp:revision>10</cp:revision>
  <dcterms:created xsi:type="dcterms:W3CDTF">2025-08-19T14:21:44Z</dcterms:created>
  <dcterms:modified xsi:type="dcterms:W3CDTF">2025-08-22T16:58:24Z</dcterms:modified>
</cp:coreProperties>
</file>