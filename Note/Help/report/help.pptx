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73" r:id="rId2"/>
    <p:sldId id="272" r:id="rId3"/>
    <p:sldId id="271" r:id="rId4"/>
    <p:sldId id="274" r:id="rId5"/>
    <p:sldId id="275" r:id="rId6"/>
    <p:sldId id="279" r:id="rId7"/>
    <p:sldId id="276" r:id="rId8"/>
  </p:sldIdLst>
  <p:sldSz cx="7199313" cy="9359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6" autoAdjust="0"/>
    <p:restoredTop sz="94660"/>
  </p:normalViewPr>
  <p:slideViewPr>
    <p:cSldViewPr snapToGrid="0">
      <p:cViewPr>
        <p:scale>
          <a:sx n="100" d="100"/>
          <a:sy n="100" d="100"/>
        </p:scale>
        <p:origin x="6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531818"/>
            <a:ext cx="6119416" cy="3258632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4916115"/>
            <a:ext cx="5399485" cy="2259809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2051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7624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333478"/>
            <a:ext cx="6209407" cy="3893458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6263769"/>
            <a:ext cx="6209407" cy="204747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9321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491640"/>
            <a:ext cx="3059708" cy="593877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491640"/>
            <a:ext cx="3059708" cy="593877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1504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498330"/>
            <a:ext cx="6209407" cy="1809148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294476"/>
            <a:ext cx="3045646" cy="112448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418964"/>
            <a:ext cx="3045646" cy="502878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294476"/>
            <a:ext cx="3060646" cy="112448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418964"/>
            <a:ext cx="3060646" cy="502878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1296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988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111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3993"/>
            <a:ext cx="2321966" cy="218397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347654"/>
            <a:ext cx="3644652" cy="6651596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7970"/>
            <a:ext cx="2321966" cy="5202112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118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3993"/>
            <a:ext cx="2321966" cy="218397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347654"/>
            <a:ext cx="3644652" cy="6651596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7970"/>
            <a:ext cx="2321966" cy="5202112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2633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68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498328"/>
            <a:ext cx="1552352" cy="7932083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498328"/>
            <a:ext cx="4567064" cy="79320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1743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498330"/>
            <a:ext cx="6209407" cy="1809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491640"/>
            <a:ext cx="6209407" cy="5938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8675243"/>
            <a:ext cx="1619845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58BE6-F89C-4F49-91E2-35673E2A0529}" type="datetimeFigureOut">
              <a:rPr lang="it-IT" smtClean="0"/>
              <a:t>24/01/2021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8675243"/>
            <a:ext cx="2429768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8675243"/>
            <a:ext cx="1619845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541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B2B64531-9FE1-4400-85AE-FBEB93938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sp>
        <p:nvSpPr>
          <p:cNvPr id="22" name="Rettangolo 21">
            <a:extLst>
              <a:ext uri="{FF2B5EF4-FFF2-40B4-BE49-F238E27FC236}">
                <a16:creationId xmlns:a16="http://schemas.microsoft.com/office/drawing/2014/main" id="{D578140A-9EF9-4A98-B7ED-11E14BA98355}"/>
              </a:ext>
            </a:extLst>
          </p:cNvPr>
          <p:cNvSpPr/>
          <p:nvPr/>
        </p:nvSpPr>
        <p:spPr>
          <a:xfrm>
            <a:off x="91215" y="4832350"/>
            <a:ext cx="2245598" cy="1063625"/>
          </a:xfrm>
          <a:prstGeom prst="rect">
            <a:avLst/>
          </a:prstGeom>
          <a:solidFill>
            <a:srgbClr val="FF0000">
              <a:alpha val="1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3231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E321DE74-E643-462E-9037-B2890D0F1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8" name="Immagine 7" descr="Immagine che contiene testo&#10;&#10;Descrizione generata automaticamente">
            <a:extLst>
              <a:ext uri="{FF2B5EF4-FFF2-40B4-BE49-F238E27FC236}">
                <a16:creationId xmlns:a16="http://schemas.microsoft.com/office/drawing/2014/main" id="{9C3C77B8-B311-4E9D-BE4A-0829153AEA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7" y="5098997"/>
            <a:ext cx="1648055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80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BDE9175C-20F3-4F0E-A258-D2DF2C898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B6042911-AD2F-458B-9571-E670498226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7" y="5098997"/>
            <a:ext cx="1648055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43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DAC89154-98E4-495C-A833-E2D346599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5" name="Immagine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E62A9312-00E0-4188-BC20-6D0B04569F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7" y="5098997"/>
            <a:ext cx="1648055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21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23ADC790-9177-4ADC-959E-F3577197C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0CF34B13-40E5-4BC7-A049-D4F80E4B6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7" y="5098997"/>
            <a:ext cx="1648055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121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magine 23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4DE05F-4C45-4FBA-BA86-AB8103C77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A8F9613C-4D9E-4F5D-B133-3E07493610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7" y="5098997"/>
            <a:ext cx="1648055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668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123AE132-4C76-47D2-824E-4FB27309C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6" name="Immagine 5" descr="Immagine che contiene testo&#10;&#10;Descrizione generata automaticamente">
            <a:extLst>
              <a:ext uri="{FF2B5EF4-FFF2-40B4-BE49-F238E27FC236}">
                <a16:creationId xmlns:a16="http://schemas.microsoft.com/office/drawing/2014/main" id="{64E5E240-CAA9-438D-B4C9-F7ABC46E4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37" y="5098997"/>
            <a:ext cx="1648055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770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1929</TotalTime>
  <Words>0</Words>
  <Application>Microsoft Office PowerPoint</Application>
  <PresentationFormat>Personalizzato</PresentationFormat>
  <Paragraphs>0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andy 65</dc:creator>
  <cp:lastModifiedBy>andy 65</cp:lastModifiedBy>
  <cp:revision>38</cp:revision>
  <dcterms:created xsi:type="dcterms:W3CDTF">2021-01-02T10:00:51Z</dcterms:created>
  <dcterms:modified xsi:type="dcterms:W3CDTF">2021-01-24T11:56:06Z</dcterms:modified>
</cp:coreProperties>
</file>