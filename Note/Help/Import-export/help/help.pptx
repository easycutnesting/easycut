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72" r:id="rId3"/>
    <p:sldId id="270" r:id="rId4"/>
    <p:sldId id="271" r:id="rId5"/>
    <p:sldId id="274" r:id="rId6"/>
    <p:sldId id="275" r:id="rId7"/>
    <p:sldId id="276" r:id="rId8"/>
    <p:sldId id="277" r:id="rId9"/>
  </p:sldIdLst>
  <p:sldSz cx="7199313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26" autoAdjust="0"/>
    <p:restoredTop sz="94660"/>
  </p:normalViewPr>
  <p:slideViewPr>
    <p:cSldViewPr snapToGrid="0">
      <p:cViewPr>
        <p:scale>
          <a:sx n="150" d="100"/>
          <a:sy n="150" d="100"/>
        </p:scale>
        <p:origin x="108" y="-5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1818"/>
            <a:ext cx="6119416" cy="325863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115"/>
            <a:ext cx="5399485" cy="2259809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478"/>
            <a:ext cx="6209407" cy="389345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3769"/>
            <a:ext cx="6209407" cy="204747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32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0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330"/>
            <a:ext cx="6209407" cy="18091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476"/>
            <a:ext cx="3045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8964"/>
            <a:ext cx="3045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476"/>
            <a:ext cx="3060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8964"/>
            <a:ext cx="3060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29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1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654"/>
            <a:ext cx="3644652" cy="6651596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1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654"/>
            <a:ext cx="3644652" cy="6651596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328"/>
            <a:ext cx="1552352" cy="793208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328"/>
            <a:ext cx="4567064" cy="79320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74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330"/>
            <a:ext cx="620940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1640"/>
            <a:ext cx="620940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8BE6-F89C-4F49-91E2-35673E2A0529}" type="datetimeFigureOut">
              <a:rPr lang="it-IT" smtClean="0"/>
              <a:t>04/01/2021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5243"/>
            <a:ext cx="242976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4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1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51033C6-BC63-4E2E-A513-D7D869E84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-2"/>
            <a:ext cx="2362530" cy="5973009"/>
          </a:xfrm>
          <a:prstGeom prst="rect">
            <a:avLst/>
          </a:prstGeom>
        </p:spPr>
      </p:pic>
      <p:pic>
        <p:nvPicPr>
          <p:cNvPr id="21" name="Immagine 20" descr="Immagine che contiene testo&#10;&#10;Descrizione generata automaticamente">
            <a:extLst>
              <a:ext uri="{FF2B5EF4-FFF2-40B4-BE49-F238E27FC236}">
                <a16:creationId xmlns:a16="http://schemas.microsoft.com/office/drawing/2014/main" id="{EB95F0B7-5A11-46A4-AC8F-0DF1BE625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441" y="-3"/>
            <a:ext cx="2362530" cy="5973009"/>
          </a:xfrm>
          <a:prstGeom prst="rect">
            <a:avLst/>
          </a:prstGeom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D578140A-9EF9-4A98-B7ED-11E14BA98355}"/>
              </a:ext>
            </a:extLst>
          </p:cNvPr>
          <p:cNvSpPr/>
          <p:nvPr/>
        </p:nvSpPr>
        <p:spPr>
          <a:xfrm>
            <a:off x="133350" y="962025"/>
            <a:ext cx="4591050" cy="1333500"/>
          </a:xfrm>
          <a:prstGeom prst="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23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23F6ADB8-8B46-4199-8FF8-9B7021534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sp>
        <p:nvSpPr>
          <p:cNvPr id="11" name="Freccia circolare in giù 10">
            <a:extLst>
              <a:ext uri="{FF2B5EF4-FFF2-40B4-BE49-F238E27FC236}">
                <a16:creationId xmlns:a16="http://schemas.microsoft.com/office/drawing/2014/main" id="{02888641-85AA-4030-BA95-C03840CB53DF}"/>
              </a:ext>
            </a:extLst>
          </p:cNvPr>
          <p:cNvSpPr/>
          <p:nvPr/>
        </p:nvSpPr>
        <p:spPr>
          <a:xfrm>
            <a:off x="2060423" y="752474"/>
            <a:ext cx="1295400" cy="43569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56038961-2ED2-4A76-A778-FA7B25EE0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1480458"/>
            <a:ext cx="1648055" cy="638264"/>
          </a:xfrm>
          <a:prstGeom prst="rect">
            <a:avLst/>
          </a:prstGeom>
        </p:spPr>
      </p:pic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C1FE19F2-F972-40E0-8FC5-DFB89FCDD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56" y="1731918"/>
            <a:ext cx="1648055" cy="63826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14DABE81-9EE3-48CD-BBBB-A8BA1699D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56" y="2456128"/>
            <a:ext cx="4801270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8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10334BB2-BCDC-46B1-BA7F-CCC613BB3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712BA104-FA3C-4E8B-93CB-B9A1C2213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1474743"/>
            <a:ext cx="1648055" cy="638264"/>
          </a:xfrm>
          <a:prstGeom prst="rect">
            <a:avLst/>
          </a:prstGeom>
        </p:spPr>
      </p:pic>
      <p:sp>
        <p:nvSpPr>
          <p:cNvPr id="9" name="Freccia circolare in giù 8">
            <a:extLst>
              <a:ext uri="{FF2B5EF4-FFF2-40B4-BE49-F238E27FC236}">
                <a16:creationId xmlns:a16="http://schemas.microsoft.com/office/drawing/2014/main" id="{00F0E0A2-0FE4-4A80-8F78-56827DF2F6BD}"/>
              </a:ext>
            </a:extLst>
          </p:cNvPr>
          <p:cNvSpPr/>
          <p:nvPr/>
        </p:nvSpPr>
        <p:spPr>
          <a:xfrm>
            <a:off x="2060423" y="752474"/>
            <a:ext cx="1295400" cy="43569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C4982B27-6EF7-44CF-9159-597E83AAD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2222157"/>
            <a:ext cx="5048955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1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A1179437-6CD7-4ED3-B1BB-C66FA301C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84544BCA-59C5-4810-8905-269B11068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1474743"/>
            <a:ext cx="1648055" cy="638264"/>
          </a:xfrm>
          <a:prstGeom prst="rect">
            <a:avLst/>
          </a:prstGeom>
        </p:spPr>
      </p:pic>
      <p:pic>
        <p:nvPicPr>
          <p:cNvPr id="12" name="Immagine 11" descr="Immagine che contiene tavolo&#10;&#10;Descrizione generata automaticamente">
            <a:extLst>
              <a:ext uri="{FF2B5EF4-FFF2-40B4-BE49-F238E27FC236}">
                <a16:creationId xmlns:a16="http://schemas.microsoft.com/office/drawing/2014/main" id="{B7F039F3-08ED-4563-87BA-271B1886BE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2198503"/>
            <a:ext cx="6668431" cy="2638793"/>
          </a:xfrm>
          <a:prstGeom prst="rect">
            <a:avLst/>
          </a:prstGeom>
        </p:spPr>
      </p:pic>
      <p:sp>
        <p:nvSpPr>
          <p:cNvPr id="13" name="Freccia circolare in giù 12">
            <a:extLst>
              <a:ext uri="{FF2B5EF4-FFF2-40B4-BE49-F238E27FC236}">
                <a16:creationId xmlns:a16="http://schemas.microsoft.com/office/drawing/2014/main" id="{8A554CEE-7D13-42F5-A72C-A09C498A6323}"/>
              </a:ext>
            </a:extLst>
          </p:cNvPr>
          <p:cNvSpPr/>
          <p:nvPr/>
        </p:nvSpPr>
        <p:spPr>
          <a:xfrm>
            <a:off x="2060423" y="752474"/>
            <a:ext cx="1295400" cy="43569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84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C8E3D31A-9F20-49EC-B6DA-CC5E5F9F8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70C52BF7-50BB-484D-A4B7-20EFEAB7E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1742665"/>
            <a:ext cx="164805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9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C5F31B23-2712-4855-BA2E-316CC08AE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 descr="Immagine che contiene testo, arancia, screenshot&#10;&#10;Descrizione generata automaticamente">
            <a:extLst>
              <a:ext uri="{FF2B5EF4-FFF2-40B4-BE49-F238E27FC236}">
                <a16:creationId xmlns:a16="http://schemas.microsoft.com/office/drawing/2014/main" id="{4AF2B0B7-CD25-4676-AAFA-5EDC411AA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1743039"/>
            <a:ext cx="164805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3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C5F31B23-2712-4855-BA2E-316CC08AE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A69BB3B3-EB3C-4D4A-93F7-A63AA047EF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1736689"/>
            <a:ext cx="164805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20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C5F31B23-2712-4855-BA2E-316CC08AE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FD016497-200C-4D51-965F-EE308BC15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1743039"/>
            <a:ext cx="164805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2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</TotalTime>
  <Words>0</Words>
  <Application>Microsoft Office PowerPoint</Application>
  <PresentationFormat>Personalizzato</PresentationFormat>
  <Paragraphs>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andy 65</cp:lastModifiedBy>
  <cp:revision>16</cp:revision>
  <dcterms:created xsi:type="dcterms:W3CDTF">2021-01-02T10:00:51Z</dcterms:created>
  <dcterms:modified xsi:type="dcterms:W3CDTF">2021-01-04T15:15:54Z</dcterms:modified>
</cp:coreProperties>
</file>