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72" r:id="rId3"/>
    <p:sldId id="271" r:id="rId4"/>
    <p:sldId id="274" r:id="rId5"/>
    <p:sldId id="275" r:id="rId6"/>
    <p:sldId id="279" r:id="rId7"/>
    <p:sldId id="276" r:id="rId8"/>
    <p:sldId id="277" r:id="rId9"/>
    <p:sldId id="278" r:id="rId10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6" autoAdjust="0"/>
    <p:restoredTop sz="94660"/>
  </p:normalViewPr>
  <p:slideViewPr>
    <p:cSldViewPr snapToGrid="0">
      <p:cViewPr>
        <p:scale>
          <a:sx n="125" d="100"/>
          <a:sy n="125" d="100"/>
        </p:scale>
        <p:origin x="9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09/01/2021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5AAB884F-2411-4B84-8267-9FB496DC3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D578140A-9EF9-4A98-B7ED-11E14BA98355}"/>
              </a:ext>
            </a:extLst>
          </p:cNvPr>
          <p:cNvSpPr/>
          <p:nvPr/>
        </p:nvSpPr>
        <p:spPr>
          <a:xfrm>
            <a:off x="94466" y="3810715"/>
            <a:ext cx="2245598" cy="1355645"/>
          </a:xfrm>
          <a:prstGeom prst="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23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6A8EE6C5-C71B-4B46-BC72-64E7605E2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A3C7186-102E-4610-BFE0-1BEAB4CEB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934" y="4118484"/>
            <a:ext cx="1648055" cy="26673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1E84BFD-F0BA-4640-A379-D00B54909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933" y="4503463"/>
            <a:ext cx="1648055" cy="266737"/>
          </a:xfrm>
          <a:prstGeom prst="rect">
            <a:avLst/>
          </a:prstGeom>
        </p:spPr>
      </p:pic>
      <p:sp>
        <p:nvSpPr>
          <p:cNvPr id="23" name="Freccia angolare in su 22">
            <a:extLst>
              <a:ext uri="{FF2B5EF4-FFF2-40B4-BE49-F238E27FC236}">
                <a16:creationId xmlns:a16="http://schemas.microsoft.com/office/drawing/2014/main" id="{386EF152-84C1-465E-9E47-AE880A5B46BE}"/>
              </a:ext>
            </a:extLst>
          </p:cNvPr>
          <p:cNvSpPr/>
          <p:nvPr/>
        </p:nvSpPr>
        <p:spPr>
          <a:xfrm rot="5400000">
            <a:off x="2708198" y="4222050"/>
            <a:ext cx="538599" cy="560105"/>
          </a:xfrm>
          <a:prstGeom prst="bentUpArrow">
            <a:avLst>
              <a:gd name="adj1" fmla="val 14389"/>
              <a:gd name="adj2" fmla="val 13210"/>
              <a:gd name="adj3" fmla="val 132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1AA4281C-3946-40F3-BD2A-81A86FD56519}"/>
              </a:ext>
            </a:extLst>
          </p:cNvPr>
          <p:cNvSpPr/>
          <p:nvPr/>
        </p:nvSpPr>
        <p:spPr>
          <a:xfrm>
            <a:off x="88901" y="4006850"/>
            <a:ext cx="2227544" cy="335604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506F0E7E-352E-48EF-82F6-0CAF151D490A}"/>
              </a:ext>
            </a:extLst>
          </p:cNvPr>
          <p:cNvSpPr/>
          <p:nvPr/>
        </p:nvSpPr>
        <p:spPr>
          <a:xfrm>
            <a:off x="2316445" y="4126706"/>
            <a:ext cx="936056" cy="142835"/>
          </a:xfrm>
          <a:prstGeom prst="rightArrow">
            <a:avLst>
              <a:gd name="adj1" fmla="val 50000"/>
              <a:gd name="adj2" fmla="val 529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38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8D7EAFD6-5C30-4339-9C36-F9E4A3601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0E8894BD-96A3-47EF-8727-65781BCE3D7F}"/>
              </a:ext>
            </a:extLst>
          </p:cNvPr>
          <p:cNvSpPr/>
          <p:nvPr/>
        </p:nvSpPr>
        <p:spPr>
          <a:xfrm>
            <a:off x="88901" y="4318000"/>
            <a:ext cx="2227544" cy="425450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284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78942F65-EF70-49AA-88DE-65AD84543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0E8894BD-96A3-47EF-8727-65781BCE3D7F}"/>
              </a:ext>
            </a:extLst>
          </p:cNvPr>
          <p:cNvSpPr/>
          <p:nvPr/>
        </p:nvSpPr>
        <p:spPr>
          <a:xfrm>
            <a:off x="103493" y="4597400"/>
            <a:ext cx="2227544" cy="704850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42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255865F9-A8F5-4F87-A5BB-231585B2C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" y="0"/>
            <a:ext cx="2362530" cy="597300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258B089-8FDA-44BE-820E-B2FE72702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4846610"/>
            <a:ext cx="1648055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2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E253336-636C-482B-AB07-9AD2B101E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3010320" cy="301032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D2C89C00-13DA-443E-BE9A-18B6C924564B}"/>
              </a:ext>
            </a:extLst>
          </p:cNvPr>
          <p:cNvSpPr/>
          <p:nvPr/>
        </p:nvSpPr>
        <p:spPr>
          <a:xfrm>
            <a:off x="3240000" y="463595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D320EB2-962D-43F2-8354-484AFD2CDB14}"/>
              </a:ext>
            </a:extLst>
          </p:cNvPr>
          <p:cNvCxnSpPr>
            <a:cxnSpLocks/>
          </p:cNvCxnSpPr>
          <p:nvPr/>
        </p:nvCxnSpPr>
        <p:spPr>
          <a:xfrm>
            <a:off x="2948940" y="637888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C292425A-9286-4F73-918A-8C727FED970F}"/>
              </a:ext>
            </a:extLst>
          </p:cNvPr>
          <p:cNvCxnSpPr/>
          <p:nvPr/>
        </p:nvCxnSpPr>
        <p:spPr>
          <a:xfrm>
            <a:off x="2941320" y="879822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ECEF99D-EF52-4DC1-874B-A731A448AE7A}"/>
              </a:ext>
            </a:extLst>
          </p:cNvPr>
          <p:cNvCxnSpPr/>
          <p:nvPr/>
        </p:nvCxnSpPr>
        <p:spPr>
          <a:xfrm>
            <a:off x="2941320" y="1122709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1E37E46-5D9D-4F3D-9F29-6795B8D5BD22}"/>
              </a:ext>
            </a:extLst>
          </p:cNvPr>
          <p:cNvCxnSpPr/>
          <p:nvPr/>
        </p:nvCxnSpPr>
        <p:spPr>
          <a:xfrm>
            <a:off x="2941320" y="1365597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282EB9B-4C6B-40B1-A46F-EB627E7342EC}"/>
              </a:ext>
            </a:extLst>
          </p:cNvPr>
          <p:cNvCxnSpPr/>
          <p:nvPr/>
        </p:nvCxnSpPr>
        <p:spPr>
          <a:xfrm>
            <a:off x="2941320" y="1589435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51839E2-8DCA-44D6-832E-510893573907}"/>
              </a:ext>
            </a:extLst>
          </p:cNvPr>
          <p:cNvCxnSpPr/>
          <p:nvPr/>
        </p:nvCxnSpPr>
        <p:spPr>
          <a:xfrm>
            <a:off x="2941320" y="2079972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D9ADCD48-7331-4C20-B6EA-BB5950B97435}"/>
              </a:ext>
            </a:extLst>
          </p:cNvPr>
          <p:cNvCxnSpPr/>
          <p:nvPr/>
        </p:nvCxnSpPr>
        <p:spPr>
          <a:xfrm>
            <a:off x="2941320" y="2318099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466B219A-9373-4496-9A35-B1120914A783}"/>
              </a:ext>
            </a:extLst>
          </p:cNvPr>
          <p:cNvCxnSpPr/>
          <p:nvPr/>
        </p:nvCxnSpPr>
        <p:spPr>
          <a:xfrm>
            <a:off x="2948940" y="2560985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tangolo 16">
            <a:extLst>
              <a:ext uri="{FF2B5EF4-FFF2-40B4-BE49-F238E27FC236}">
                <a16:creationId xmlns:a16="http://schemas.microsoft.com/office/drawing/2014/main" id="{20AADB5C-9499-4E74-AAA5-5B11C4522670}"/>
              </a:ext>
            </a:extLst>
          </p:cNvPr>
          <p:cNvSpPr/>
          <p:nvPr/>
        </p:nvSpPr>
        <p:spPr>
          <a:xfrm>
            <a:off x="3240000" y="715636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A45CCA3-AF95-4B38-B043-CEE4563538AF}"/>
              </a:ext>
            </a:extLst>
          </p:cNvPr>
          <p:cNvSpPr/>
          <p:nvPr/>
        </p:nvSpPr>
        <p:spPr>
          <a:xfrm>
            <a:off x="3240000" y="958414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488C063-0EB5-4CB4-9020-E7369E61EC68}"/>
              </a:ext>
            </a:extLst>
          </p:cNvPr>
          <p:cNvSpPr/>
          <p:nvPr/>
        </p:nvSpPr>
        <p:spPr>
          <a:xfrm>
            <a:off x="3240000" y="1200270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37678420-36C4-4EEE-9875-6E955AB2CAF0}"/>
              </a:ext>
            </a:extLst>
          </p:cNvPr>
          <p:cNvSpPr/>
          <p:nvPr/>
        </p:nvSpPr>
        <p:spPr>
          <a:xfrm>
            <a:off x="3240000" y="1418565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3F1A076-8105-4BB5-8EC3-24A65319D8ED}"/>
              </a:ext>
            </a:extLst>
          </p:cNvPr>
          <p:cNvSpPr/>
          <p:nvPr/>
        </p:nvSpPr>
        <p:spPr>
          <a:xfrm>
            <a:off x="3240000" y="1918976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C4E97AD8-EA09-4D23-9975-23B1DBF7CB52}"/>
              </a:ext>
            </a:extLst>
          </p:cNvPr>
          <p:cNvSpPr/>
          <p:nvPr/>
        </p:nvSpPr>
        <p:spPr>
          <a:xfrm>
            <a:off x="3240000" y="2154363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3C6F4D6-1A24-4DEE-A4EF-7800D50281AD}"/>
              </a:ext>
            </a:extLst>
          </p:cNvPr>
          <p:cNvSpPr/>
          <p:nvPr/>
        </p:nvSpPr>
        <p:spPr>
          <a:xfrm>
            <a:off x="3240000" y="2391708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7668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2D02FBBD-6B11-43A9-BC1B-A3BBD175F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" y="0"/>
            <a:ext cx="2362530" cy="5973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69BA036-B692-4020-8850-68C9E0180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6" y="4842800"/>
            <a:ext cx="1648055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7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63D700D1-282A-4D56-8330-C2993C6DF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" y="0"/>
            <a:ext cx="2362530" cy="597300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0989D55-00B4-4836-B81F-52A1C208A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6" y="4842800"/>
            <a:ext cx="1648055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33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E638E98-E5CE-4806-A4F0-C91E87806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5620534" cy="1657581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70E36E34-DBD5-4350-9CC2-CD962BFD3FAF}"/>
              </a:ext>
            </a:extLst>
          </p:cNvPr>
          <p:cNvSpPr/>
          <p:nvPr/>
        </p:nvSpPr>
        <p:spPr>
          <a:xfrm>
            <a:off x="5830800" y="463595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7994EF7-1655-4612-A6AE-047837B6F7D8}"/>
              </a:ext>
            </a:extLst>
          </p:cNvPr>
          <p:cNvCxnSpPr>
            <a:cxnSpLocks/>
          </p:cNvCxnSpPr>
          <p:nvPr/>
        </p:nvCxnSpPr>
        <p:spPr>
          <a:xfrm>
            <a:off x="5539740" y="637888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5">
            <a:extLst>
              <a:ext uri="{FF2B5EF4-FFF2-40B4-BE49-F238E27FC236}">
                <a16:creationId xmlns:a16="http://schemas.microsoft.com/office/drawing/2014/main" id="{A79311A4-A43C-4701-A143-34760022FCBA}"/>
              </a:ext>
            </a:extLst>
          </p:cNvPr>
          <p:cNvSpPr/>
          <p:nvPr/>
        </p:nvSpPr>
        <p:spPr>
          <a:xfrm>
            <a:off x="5830800" y="715002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it-IT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E395BDF-85B5-428E-9106-B7F3B3271DB1}"/>
              </a:ext>
            </a:extLst>
          </p:cNvPr>
          <p:cNvCxnSpPr>
            <a:cxnSpLocks/>
          </p:cNvCxnSpPr>
          <p:nvPr/>
        </p:nvCxnSpPr>
        <p:spPr>
          <a:xfrm>
            <a:off x="5539740" y="889295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7">
            <a:extLst>
              <a:ext uri="{FF2B5EF4-FFF2-40B4-BE49-F238E27FC236}">
                <a16:creationId xmlns:a16="http://schemas.microsoft.com/office/drawing/2014/main" id="{C60BC122-5871-4A85-BDB8-CE8FD9E80D82}"/>
              </a:ext>
            </a:extLst>
          </p:cNvPr>
          <p:cNvSpPr/>
          <p:nvPr/>
        </p:nvSpPr>
        <p:spPr>
          <a:xfrm>
            <a:off x="5830800" y="966409"/>
            <a:ext cx="29760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it-IT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88761A0A-8DE1-4AAE-837C-5AFEC49951FD}"/>
              </a:ext>
            </a:extLst>
          </p:cNvPr>
          <p:cNvCxnSpPr>
            <a:cxnSpLocks/>
          </p:cNvCxnSpPr>
          <p:nvPr/>
        </p:nvCxnSpPr>
        <p:spPr>
          <a:xfrm>
            <a:off x="5539740" y="1140702"/>
            <a:ext cx="29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713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1915</TotalTime>
  <Words>11</Words>
  <Application>Microsoft Office PowerPoint</Application>
  <PresentationFormat>Personalizzato</PresentationFormat>
  <Paragraphs>11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36</cp:revision>
  <dcterms:created xsi:type="dcterms:W3CDTF">2021-01-02T10:00:51Z</dcterms:created>
  <dcterms:modified xsi:type="dcterms:W3CDTF">2021-01-10T16:19:36Z</dcterms:modified>
</cp:coreProperties>
</file>