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3" r:id="rId2"/>
    <p:sldId id="272" r:id="rId3"/>
    <p:sldId id="274" r:id="rId4"/>
  </p:sldIdLst>
  <p:sldSz cx="7199313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6" autoAdjust="0"/>
    <p:restoredTop sz="94660"/>
  </p:normalViewPr>
  <p:slideViewPr>
    <p:cSldViewPr snapToGrid="0">
      <p:cViewPr>
        <p:scale>
          <a:sx n="100" d="100"/>
          <a:sy n="100" d="100"/>
        </p:scale>
        <p:origin x="1356" y="-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1818"/>
            <a:ext cx="6119416" cy="325863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115"/>
            <a:ext cx="5399485" cy="2259809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205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62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478"/>
            <a:ext cx="6209407" cy="389345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3769"/>
            <a:ext cx="6209407" cy="204747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932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50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330"/>
            <a:ext cx="6209407" cy="180914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476"/>
            <a:ext cx="3045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8964"/>
            <a:ext cx="3045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476"/>
            <a:ext cx="3060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8964"/>
            <a:ext cx="3060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129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98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111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654"/>
            <a:ext cx="3644652" cy="6651596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118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654"/>
            <a:ext cx="3644652" cy="6651596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263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68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328"/>
            <a:ext cx="1552352" cy="793208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328"/>
            <a:ext cx="4567064" cy="79320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174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330"/>
            <a:ext cx="6209407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1640"/>
            <a:ext cx="6209407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5243"/>
            <a:ext cx="2429768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54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AB29CC29-DBF6-4DBA-AF4E-C0E3511DE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sp>
        <p:nvSpPr>
          <p:cNvPr id="22" name="Rettangolo 21">
            <a:extLst>
              <a:ext uri="{FF2B5EF4-FFF2-40B4-BE49-F238E27FC236}">
                <a16:creationId xmlns:a16="http://schemas.microsoft.com/office/drawing/2014/main" id="{D578140A-9EF9-4A98-B7ED-11E14BA98355}"/>
              </a:ext>
            </a:extLst>
          </p:cNvPr>
          <p:cNvSpPr/>
          <p:nvPr/>
        </p:nvSpPr>
        <p:spPr>
          <a:xfrm>
            <a:off x="89340" y="1766421"/>
            <a:ext cx="2245598" cy="763419"/>
          </a:xfrm>
          <a:prstGeom prst="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231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C7C238E6-244F-4D44-9366-AEE23CE38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EBA8D23-9393-4BFA-A03D-507FD92A18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2243799"/>
            <a:ext cx="1648055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8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1C9F662B-A703-4C1B-9534-926BE57AE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8BA0812-6D8F-4335-973C-9E5D6D6D9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2232006"/>
            <a:ext cx="1648055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1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1932</TotalTime>
  <Words>0</Words>
  <Application>Microsoft Office PowerPoint</Application>
  <PresentationFormat>Personalizzato</PresentationFormat>
  <Paragraphs>0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andy 65</dc:creator>
  <cp:lastModifiedBy>andy 65</cp:lastModifiedBy>
  <cp:revision>39</cp:revision>
  <dcterms:created xsi:type="dcterms:W3CDTF">2021-01-02T10:00:51Z</dcterms:created>
  <dcterms:modified xsi:type="dcterms:W3CDTF">2021-01-24T20:26:30Z</dcterms:modified>
</cp:coreProperties>
</file>