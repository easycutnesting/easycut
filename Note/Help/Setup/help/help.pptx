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4" r:id="rId2"/>
    <p:sldId id="269" r:id="rId3"/>
    <p:sldId id="275" r:id="rId4"/>
    <p:sldId id="270" r:id="rId5"/>
    <p:sldId id="271" r:id="rId6"/>
    <p:sldId id="25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2" r:id="rId19"/>
    <p:sldId id="273" r:id="rId20"/>
    <p:sldId id="257" r:id="rId21"/>
  </p:sldIdLst>
  <p:sldSz cx="7199313" cy="93599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1932" y="-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1531818"/>
            <a:ext cx="6119416" cy="3258632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4916115"/>
            <a:ext cx="5399485" cy="2259809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520519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762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2333478"/>
            <a:ext cx="6209407" cy="3893458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6263769"/>
            <a:ext cx="6209407" cy="204747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9321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2491640"/>
            <a:ext cx="3059708" cy="5938771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11504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498330"/>
            <a:ext cx="6209407" cy="1809148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2294476"/>
            <a:ext cx="3045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3418964"/>
            <a:ext cx="3045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2294476"/>
            <a:ext cx="3060646" cy="1124487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3418964"/>
            <a:ext cx="3060646" cy="5028780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1296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2988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0111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1347654"/>
            <a:ext cx="3644652" cy="6651596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11839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623993"/>
            <a:ext cx="2321966" cy="2183977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1347654"/>
            <a:ext cx="3644652" cy="6651596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2807970"/>
            <a:ext cx="2321966" cy="5202112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22633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868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498328"/>
            <a:ext cx="1552352" cy="7932083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498328"/>
            <a:ext cx="4567064" cy="7932083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91743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498330"/>
            <a:ext cx="6209407" cy="1809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2491640"/>
            <a:ext cx="6209407" cy="5938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658BE6-F89C-4F49-91E2-35673E2A0529}" type="datetimeFigureOut">
              <a:rPr lang="it-IT" smtClean="0"/>
              <a:t>03/01/2021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8675243"/>
            <a:ext cx="2429768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8675243"/>
            <a:ext cx="1619845" cy="49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8F6DAF-EAEB-4C9D-9F23-5610FB70EC5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9541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, luce, segnale&#10;&#10;Descrizione generata automaticamente">
            <a:extLst>
              <a:ext uri="{FF2B5EF4-FFF2-40B4-BE49-F238E27FC236}">
                <a16:creationId xmlns:a16="http://schemas.microsoft.com/office/drawing/2014/main" id="{2562A695-B98D-40E1-8E2B-1A9722740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3938" cy="3226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98135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23F6ADB8-8B46-4199-8FF8-9B7021534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E26A415-CD4C-44A8-B9AD-030D2CF739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38" y="957120"/>
            <a:ext cx="1648055" cy="390580"/>
          </a:xfrm>
          <a:prstGeom prst="rect">
            <a:avLst/>
          </a:prstGeom>
        </p:spPr>
      </p:pic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C4C46A56-5B7E-47BB-B342-EE46EA475D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386" y="763143"/>
            <a:ext cx="4448796" cy="3096057"/>
          </a:xfrm>
          <a:prstGeom prst="rect">
            <a:avLst/>
          </a:prstGeom>
        </p:spPr>
      </p:pic>
      <p:sp>
        <p:nvSpPr>
          <p:cNvPr id="11" name="Freccia circolare in giù 10">
            <a:extLst>
              <a:ext uri="{FF2B5EF4-FFF2-40B4-BE49-F238E27FC236}">
                <a16:creationId xmlns:a16="http://schemas.microsoft.com/office/drawing/2014/main" id="{02888641-85AA-4030-BA95-C03840CB53DF}"/>
              </a:ext>
            </a:extLst>
          </p:cNvPr>
          <p:cNvSpPr/>
          <p:nvPr/>
        </p:nvSpPr>
        <p:spPr>
          <a:xfrm>
            <a:off x="2052803" y="219074"/>
            <a:ext cx="1295400" cy="4356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2739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45A48A7C-2B6C-44AF-8CB8-1AF1F06705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8BA299AC-C17A-40B8-9B78-8B6162A4F1FD}"/>
              </a:ext>
            </a:extLst>
          </p:cNvPr>
          <p:cNvSpPr/>
          <p:nvPr/>
        </p:nvSpPr>
        <p:spPr>
          <a:xfrm>
            <a:off x="107950" y="482600"/>
            <a:ext cx="2235200" cy="869950"/>
          </a:xfrm>
          <a:prstGeom prst="rect">
            <a:avLst/>
          </a:prstGeom>
          <a:solidFill>
            <a:srgbClr val="FF00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709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10334BB2-BCDC-46B1-BA7F-CCC613BB3E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B41AE9D0-19D6-4D14-AC2A-981B5861D6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38" y="942153"/>
            <a:ext cx="1648055" cy="390580"/>
          </a:xfrm>
          <a:prstGeom prst="rect">
            <a:avLst/>
          </a:prstGeom>
        </p:spPr>
      </p:pic>
      <p:pic>
        <p:nvPicPr>
          <p:cNvPr id="7" name="Immagine 6" descr="Immagine che contiene tavolo&#10;&#10;Descrizione generata automaticamente">
            <a:extLst>
              <a:ext uri="{FF2B5EF4-FFF2-40B4-BE49-F238E27FC236}">
                <a16:creationId xmlns:a16="http://schemas.microsoft.com/office/drawing/2014/main" id="{C661BF21-5A7C-47E0-A5EA-0CF08F09A8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1118"/>
            <a:ext cx="7199313" cy="5333400"/>
          </a:xfrm>
          <a:prstGeom prst="rect">
            <a:avLst/>
          </a:prstGeom>
        </p:spPr>
      </p:pic>
      <p:sp>
        <p:nvSpPr>
          <p:cNvPr id="8" name="Freccia circolare in giù 7">
            <a:extLst>
              <a:ext uri="{FF2B5EF4-FFF2-40B4-BE49-F238E27FC236}">
                <a16:creationId xmlns:a16="http://schemas.microsoft.com/office/drawing/2014/main" id="{329693AC-407C-4D0D-931F-8BACA2AE1BC7}"/>
              </a:ext>
            </a:extLst>
          </p:cNvPr>
          <p:cNvSpPr/>
          <p:nvPr/>
        </p:nvSpPr>
        <p:spPr>
          <a:xfrm>
            <a:off x="2052803" y="219074"/>
            <a:ext cx="1295400" cy="4356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1415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&#10;&#10;Descrizione generata automaticamente">
            <a:extLst>
              <a:ext uri="{FF2B5EF4-FFF2-40B4-BE49-F238E27FC236}">
                <a16:creationId xmlns:a16="http://schemas.microsoft.com/office/drawing/2014/main" id="{A1179437-6CD7-4ED3-B1BB-C66FA301CF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2362530" cy="5973009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6FF7F54-970F-411C-A23D-C9F1F82757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38" y="942153"/>
            <a:ext cx="1648055" cy="390580"/>
          </a:xfrm>
          <a:prstGeom prst="rect">
            <a:avLst/>
          </a:prstGeom>
        </p:spPr>
      </p:pic>
      <p:pic>
        <p:nvPicPr>
          <p:cNvPr id="7" name="Immagine 6" descr="Immagine che contiene testo&#10;&#10;Descrizione generata automaticamente">
            <a:extLst>
              <a:ext uri="{FF2B5EF4-FFF2-40B4-BE49-F238E27FC236}">
                <a16:creationId xmlns:a16="http://schemas.microsoft.com/office/drawing/2014/main" id="{AB1DCAD4-7F45-45F3-8A56-A484E0321D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068" y="1360186"/>
            <a:ext cx="5611008" cy="2162477"/>
          </a:xfrm>
          <a:prstGeom prst="rect">
            <a:avLst/>
          </a:prstGeom>
        </p:spPr>
      </p:pic>
      <p:sp>
        <p:nvSpPr>
          <p:cNvPr id="8" name="Freccia circolare in giù 7">
            <a:extLst>
              <a:ext uri="{FF2B5EF4-FFF2-40B4-BE49-F238E27FC236}">
                <a16:creationId xmlns:a16="http://schemas.microsoft.com/office/drawing/2014/main" id="{0A0D2D20-4E45-4142-BD55-54A41D46AC44}"/>
              </a:ext>
            </a:extLst>
          </p:cNvPr>
          <p:cNvSpPr/>
          <p:nvPr/>
        </p:nvSpPr>
        <p:spPr>
          <a:xfrm>
            <a:off x="2052803" y="219074"/>
            <a:ext cx="1295400" cy="435698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79400682-46BC-41EC-B2CC-A8F373B013F3}"/>
              </a:ext>
            </a:extLst>
          </p:cNvPr>
          <p:cNvSpPr/>
          <p:nvPr/>
        </p:nvSpPr>
        <p:spPr>
          <a:xfrm>
            <a:off x="1231068" y="2647950"/>
            <a:ext cx="5388807" cy="466725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solidFill>
              <a:schemeClr val="accent1">
                <a:shade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2843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 descr="Immagine che contiene testo&#10;&#10;Descrizione generata automaticamente">
            <a:extLst>
              <a:ext uri="{FF2B5EF4-FFF2-40B4-BE49-F238E27FC236}">
                <a16:creationId xmlns:a16="http://schemas.microsoft.com/office/drawing/2014/main" id="{8AD6A8A6-DC82-4754-A396-47208A6AD3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sp>
        <p:nvSpPr>
          <p:cNvPr id="10" name="Rettangolo 9">
            <a:extLst>
              <a:ext uri="{FF2B5EF4-FFF2-40B4-BE49-F238E27FC236}">
                <a16:creationId xmlns:a16="http://schemas.microsoft.com/office/drawing/2014/main" id="{C86071FD-7F97-4AEB-80FF-F9E8FC0521CE}"/>
              </a:ext>
            </a:extLst>
          </p:cNvPr>
          <p:cNvSpPr/>
          <p:nvPr/>
        </p:nvSpPr>
        <p:spPr>
          <a:xfrm>
            <a:off x="219074" y="7056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12" name="Immagine 11" descr="Immagine che contiene tavolo&#10;&#10;Descrizione generata automaticamente">
            <a:extLst>
              <a:ext uri="{FF2B5EF4-FFF2-40B4-BE49-F238E27FC236}">
                <a16:creationId xmlns:a16="http://schemas.microsoft.com/office/drawing/2014/main" id="{061989E2-5B2A-428A-B32D-573403AE7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4458322" cy="4191585"/>
          </a:xfrm>
          <a:prstGeom prst="rect">
            <a:avLst/>
          </a:prstGeom>
        </p:spPr>
      </p:pic>
      <p:sp>
        <p:nvSpPr>
          <p:cNvPr id="13" name="Freccia circolare a sinistra 12">
            <a:extLst>
              <a:ext uri="{FF2B5EF4-FFF2-40B4-BE49-F238E27FC236}">
                <a16:creationId xmlns:a16="http://schemas.microsoft.com/office/drawing/2014/main" id="{359A0A93-8B4A-4453-BC8E-93F8106390E2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665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098B26E6-4C39-4FE2-917A-DEDC46EC1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43190E32-7E53-442B-BA46-AF1841E80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39999"/>
            <a:ext cx="4706007" cy="2762636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CEC5B4D0-8933-4D80-8758-F5DC8FAB674D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93E0D21-8406-4885-86A3-8F9475FF6595}"/>
              </a:ext>
            </a:extLst>
          </p:cNvPr>
          <p:cNvSpPr/>
          <p:nvPr/>
        </p:nvSpPr>
        <p:spPr>
          <a:xfrm>
            <a:off x="209665" y="825071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20495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82A410A-32A2-46E8-AE8C-3BA106F3C7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avolo&#10;&#10;Descrizione generata automaticamente">
            <a:extLst>
              <a:ext uri="{FF2B5EF4-FFF2-40B4-BE49-F238E27FC236}">
                <a16:creationId xmlns:a16="http://schemas.microsoft.com/office/drawing/2014/main" id="{4BAC3537-6509-4627-BFCA-294BDA97BC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4048690" cy="6106377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1D458E77-CF40-46D9-8D09-16A36B3509F1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1ED17BF-6580-4694-B911-3B9715028B0D}"/>
              </a:ext>
            </a:extLst>
          </p:cNvPr>
          <p:cNvSpPr/>
          <p:nvPr/>
        </p:nvSpPr>
        <p:spPr>
          <a:xfrm>
            <a:off x="219074" y="9469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216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7E5DBBB2-FD40-4C20-8B34-281A8B12B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avolo&#10;&#10;Descrizione generata automaticamente">
            <a:extLst>
              <a:ext uri="{FF2B5EF4-FFF2-40B4-BE49-F238E27FC236}">
                <a16:creationId xmlns:a16="http://schemas.microsoft.com/office/drawing/2014/main" id="{F4815B83-2325-4EB0-B988-5ED12A563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3029373" cy="6068272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926A64FB-2EEF-4644-95B6-FE009C2F614C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1123EE00-5576-4B10-ADF5-84A656744224}"/>
              </a:ext>
            </a:extLst>
          </p:cNvPr>
          <p:cNvSpPr/>
          <p:nvPr/>
        </p:nvSpPr>
        <p:spPr>
          <a:xfrm>
            <a:off x="219074" y="10675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112497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DC121829-A16B-4B4E-8FA2-0436FBDEB6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7423C7FA-7EE1-4273-92AE-8475BDEBC9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3515216" cy="2524477"/>
          </a:xfrm>
          <a:prstGeom prst="rect">
            <a:avLst/>
          </a:prstGeom>
        </p:spPr>
      </p:pic>
      <p:sp>
        <p:nvSpPr>
          <p:cNvPr id="8" name="Freccia circolare a sinistra 7">
            <a:extLst>
              <a:ext uri="{FF2B5EF4-FFF2-40B4-BE49-F238E27FC236}">
                <a16:creationId xmlns:a16="http://schemas.microsoft.com/office/drawing/2014/main" id="{F798B387-4BC7-4E00-AC88-F26AD58F93A5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623D179-54D8-4C18-B039-FA1214F879BE}"/>
              </a:ext>
            </a:extLst>
          </p:cNvPr>
          <p:cNvSpPr/>
          <p:nvPr/>
        </p:nvSpPr>
        <p:spPr>
          <a:xfrm>
            <a:off x="219074" y="11945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37210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04B962CB-DB80-45FD-BCE4-2F0DE906A4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9D26EAA2-87D7-45D1-9D21-4F217B3ED2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3105583" cy="1810003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742BF520-EAD0-4592-9723-6F71F0801B7A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F45E6277-7DCB-4C4E-A984-145613E1DB27}"/>
              </a:ext>
            </a:extLst>
          </p:cNvPr>
          <p:cNvSpPr/>
          <p:nvPr/>
        </p:nvSpPr>
        <p:spPr>
          <a:xfrm>
            <a:off x="219074" y="13152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4692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C4197700-1770-4AFA-B408-C7A2A66CA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F1F0C08F-406B-4538-A030-01C50C3FB2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5163271" cy="5620534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B1EAE55C-0689-41C7-AAC7-4BC90BB1ADF9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00A63B8F-93B6-4128-AD09-56E1B6D26279}"/>
              </a:ext>
            </a:extLst>
          </p:cNvPr>
          <p:cNvSpPr/>
          <p:nvPr/>
        </p:nvSpPr>
        <p:spPr>
          <a:xfrm>
            <a:off x="219074" y="14422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53691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D581B1A8-83D0-4CEC-B6C9-73E77FCD5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5CA9C2FA-DFFC-4037-B076-3C7611BC4A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5391902" cy="1333686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9B04D3F9-0165-4522-8C87-278608D98844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A2108A8-D000-4E8F-A776-45473C1000BB}"/>
              </a:ext>
            </a:extLst>
          </p:cNvPr>
          <p:cNvSpPr/>
          <p:nvPr/>
        </p:nvSpPr>
        <p:spPr>
          <a:xfrm>
            <a:off x="219074" y="15628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97867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AC77A312-4176-471F-9E66-DCE692659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81E63326-8725-48B0-AFD3-17A13FA5346A}"/>
              </a:ext>
            </a:extLst>
          </p:cNvPr>
          <p:cNvSpPr/>
          <p:nvPr/>
        </p:nvSpPr>
        <p:spPr>
          <a:xfrm>
            <a:off x="219074" y="16835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  <p:pic>
        <p:nvPicPr>
          <p:cNvPr id="4" name="Immagine 3" descr="Immagine che contiene testo&#10;&#10;Descrizione generata automaticamente">
            <a:extLst>
              <a:ext uri="{FF2B5EF4-FFF2-40B4-BE49-F238E27FC236}">
                <a16:creationId xmlns:a16="http://schemas.microsoft.com/office/drawing/2014/main" id="{5B81E04D-E369-496B-98E5-2FBB59F4E7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3715268" cy="2286319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37495AA7-B8C9-456D-A0D5-99F39EEC188F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468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155EA3D2-5EFC-47C7-9EC5-C10ED4024D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084BBCB0-DDC6-4959-9C20-F5AA0B27C6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40000"/>
            <a:ext cx="7199313" cy="3150684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F0200D2F-A843-4A2C-A228-C4D327DFDAEC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D5C7F74-4BE7-4269-B40E-746A9B81E8F8}"/>
              </a:ext>
            </a:extLst>
          </p:cNvPr>
          <p:cNvSpPr/>
          <p:nvPr/>
        </p:nvSpPr>
        <p:spPr>
          <a:xfrm>
            <a:off x="219074" y="18168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588095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92906FB1-7EA6-4A0A-BE30-47B3CB2149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748DF5A5-B6E4-4894-8C46-1D1873A4C2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6763694" cy="3467584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96B99A94-064A-4B1F-8E4D-96AFB48A586F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45BE8E21-1891-43C9-961A-9334A1B28556}"/>
              </a:ext>
            </a:extLst>
          </p:cNvPr>
          <p:cNvSpPr/>
          <p:nvPr/>
        </p:nvSpPr>
        <p:spPr>
          <a:xfrm>
            <a:off x="219074" y="19375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1060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33009A4-5C18-4B6C-8A4D-E1FEC8158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9BE3A0CE-994C-45C7-A127-99AE5239C4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3972479" cy="3715268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F5DE1501-00C9-4F5C-8894-667DD0B49D2A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6EAE3C6D-4202-4B03-99B0-C9AC027AB3CC}"/>
              </a:ext>
            </a:extLst>
          </p:cNvPr>
          <p:cNvSpPr/>
          <p:nvPr/>
        </p:nvSpPr>
        <p:spPr>
          <a:xfrm>
            <a:off x="219074" y="20581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731267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33009A4-5C18-4B6C-8A4D-E1FEC8158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 descr="Immagine che contiene tavolo&#10;&#10;Descrizione generata automaticamente">
            <a:extLst>
              <a:ext uri="{FF2B5EF4-FFF2-40B4-BE49-F238E27FC236}">
                <a16:creationId xmlns:a16="http://schemas.microsoft.com/office/drawing/2014/main" id="{C83A26AA-E2CF-4C48-8B13-A51FB40F6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4020111" cy="5191850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C1D7B2AE-A855-4B29-ABCD-141EE0387C93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31BBFAF-1C40-4EE7-9CA7-EDD11F89BA33}"/>
              </a:ext>
            </a:extLst>
          </p:cNvPr>
          <p:cNvSpPr/>
          <p:nvPr/>
        </p:nvSpPr>
        <p:spPr>
          <a:xfrm>
            <a:off x="219074" y="21851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783623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 descr="Immagine che contiene testo&#10;&#10;Descrizione generata automaticamente">
            <a:extLst>
              <a:ext uri="{FF2B5EF4-FFF2-40B4-BE49-F238E27FC236}">
                <a16:creationId xmlns:a16="http://schemas.microsoft.com/office/drawing/2014/main" id="{533009A4-5C18-4B6C-8A4D-E1FEC8158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05806FDD-68D4-4F1F-A4D3-E95AD96D4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2229161" cy="2257740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A7BE3C3F-4A23-4BEB-8CBA-04C004915FA1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9B5FE9D-C88C-4A5A-BD28-FFFC267CD9A7}"/>
              </a:ext>
            </a:extLst>
          </p:cNvPr>
          <p:cNvSpPr/>
          <p:nvPr/>
        </p:nvSpPr>
        <p:spPr>
          <a:xfrm>
            <a:off x="219074" y="230584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28092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 descr="Immagine che contiene testo&#10;&#10;Descrizione generata automaticamente">
            <a:extLst>
              <a:ext uri="{FF2B5EF4-FFF2-40B4-BE49-F238E27FC236}">
                <a16:creationId xmlns:a16="http://schemas.microsoft.com/office/drawing/2014/main" id="{42DF898B-82E2-4156-AB51-916C9155A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0"/>
            <a:ext cx="4448796" cy="3096057"/>
          </a:xfrm>
          <a:prstGeom prst="rect">
            <a:avLst/>
          </a:prstGeom>
        </p:spPr>
      </p:pic>
      <p:pic>
        <p:nvPicPr>
          <p:cNvPr id="7" name="Immagine 6" descr="Immagine che contiene tavolo&#10;&#10;Descrizione generata automaticamente">
            <a:extLst>
              <a:ext uri="{FF2B5EF4-FFF2-40B4-BE49-F238E27FC236}">
                <a16:creationId xmlns:a16="http://schemas.microsoft.com/office/drawing/2014/main" id="{C4A690F1-BDFB-403D-ABDB-8E9D76A708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" y="3240000"/>
            <a:ext cx="2648320" cy="5839640"/>
          </a:xfrm>
          <a:prstGeom prst="rect">
            <a:avLst/>
          </a:prstGeom>
        </p:spPr>
      </p:pic>
      <p:sp>
        <p:nvSpPr>
          <p:cNvPr id="6" name="Freccia circolare a sinistra 5">
            <a:extLst>
              <a:ext uri="{FF2B5EF4-FFF2-40B4-BE49-F238E27FC236}">
                <a16:creationId xmlns:a16="http://schemas.microsoft.com/office/drawing/2014/main" id="{AAE0BF1E-1841-4B89-84A3-C2002528C8CB}"/>
              </a:ext>
            </a:extLst>
          </p:cNvPr>
          <p:cNvSpPr/>
          <p:nvPr/>
        </p:nvSpPr>
        <p:spPr>
          <a:xfrm>
            <a:off x="3225800" y="1830958"/>
            <a:ext cx="660400" cy="1727200"/>
          </a:xfrm>
          <a:prstGeom prst="curved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DAD3351-0099-438D-8203-2D3458519CFB}"/>
              </a:ext>
            </a:extLst>
          </p:cNvPr>
          <p:cNvSpPr/>
          <p:nvPr/>
        </p:nvSpPr>
        <p:spPr>
          <a:xfrm>
            <a:off x="219074" y="2439194"/>
            <a:ext cx="4101465" cy="155416"/>
          </a:xfrm>
          <a:prstGeom prst="rect">
            <a:avLst/>
          </a:prstGeom>
          <a:solidFill>
            <a:srgbClr val="FF0000">
              <a:alpha val="2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946815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Tema di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i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i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0</Words>
  <Application>Microsoft Office PowerPoint</Application>
  <PresentationFormat>Personalizzato</PresentationFormat>
  <Paragraphs>0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andy 65</dc:creator>
  <cp:lastModifiedBy>andy 65</cp:lastModifiedBy>
  <cp:revision>10</cp:revision>
  <dcterms:created xsi:type="dcterms:W3CDTF">2021-01-02T10:00:51Z</dcterms:created>
  <dcterms:modified xsi:type="dcterms:W3CDTF">2021-01-03T10:07:35Z</dcterms:modified>
</cp:coreProperties>
</file>