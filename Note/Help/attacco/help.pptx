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3" r:id="rId2"/>
    <p:sldId id="272" r:id="rId3"/>
    <p:sldId id="270" r:id="rId4"/>
    <p:sldId id="271" r:id="rId5"/>
    <p:sldId id="274" r:id="rId6"/>
    <p:sldId id="276" r:id="rId7"/>
    <p:sldId id="277" r:id="rId8"/>
    <p:sldId id="275" r:id="rId9"/>
  </p:sldIdLst>
  <p:sldSz cx="7199313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6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1818"/>
            <a:ext cx="6119416" cy="325863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115"/>
            <a:ext cx="5399485" cy="2259809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0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62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478"/>
            <a:ext cx="6209407" cy="389345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3769"/>
            <a:ext cx="6209407" cy="204747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932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0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330"/>
            <a:ext cx="6209407" cy="180914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476"/>
            <a:ext cx="3045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8964"/>
            <a:ext cx="3045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476"/>
            <a:ext cx="3060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8964"/>
            <a:ext cx="3060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129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8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11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654"/>
            <a:ext cx="3644652" cy="6651596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18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654"/>
            <a:ext cx="3644652" cy="6651596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63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8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328"/>
            <a:ext cx="1552352" cy="793208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328"/>
            <a:ext cx="4567064" cy="79320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174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330"/>
            <a:ext cx="6209407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1640"/>
            <a:ext cx="6209407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58BE6-F89C-4F49-91E2-35673E2A0529}" type="datetimeFigureOut">
              <a:rPr lang="it-IT" smtClean="0"/>
              <a:t>09/04/2022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5243"/>
            <a:ext cx="2429768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4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E097564-3077-4220-B288-21A708E1D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1600" cy="5326342"/>
          </a:xfrm>
          <a:prstGeom prst="rect">
            <a:avLst/>
          </a:prstGeom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D578140A-9EF9-4A98-B7ED-11E14BA98355}"/>
              </a:ext>
            </a:extLst>
          </p:cNvPr>
          <p:cNvSpPr/>
          <p:nvPr/>
        </p:nvSpPr>
        <p:spPr>
          <a:xfrm>
            <a:off x="94001" y="2511841"/>
            <a:ext cx="2245598" cy="1088609"/>
          </a:xfrm>
          <a:prstGeom prst="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231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8F7AA16C-38D2-4C42-A2E6-DB50BE8D1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5286E2AE-9279-4978-8A05-F6B1D803B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276000"/>
            <a:ext cx="193384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8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D55B5AC8-BEBE-49AC-9ED0-DB9E73F3D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AA0BC16-C905-48BD-9BB0-8B2FB5CA6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276000"/>
            <a:ext cx="193384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1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376F00C8-8DAA-4FA4-B668-3A912C1BA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91BF723-142A-45E3-BEF4-70BBD4241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276000"/>
            <a:ext cx="193384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4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B4D9392F-F94D-4360-9D11-6ACC71AF8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2947CD0-E0E1-4BF6-9E59-7828829A1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276000"/>
            <a:ext cx="193384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99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B4D9392F-F94D-4360-9D11-6ACC71AF8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21CADFF-F07F-48BC-AFD0-2DC0CF880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276000"/>
            <a:ext cx="193384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01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B4D9392F-F94D-4360-9D11-6ACC71AF8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C7460D3F-1529-4307-88CD-47084BA69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276000"/>
            <a:ext cx="193384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8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1DE1A3A6-8773-4647-9408-0245A9E333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0" b="11677"/>
          <a:stretch/>
        </p:blipFill>
        <p:spPr>
          <a:xfrm rot="-5400000">
            <a:off x="-132556" y="247648"/>
            <a:ext cx="7199313" cy="693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8298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481</TotalTime>
  <Words>0</Words>
  <Application>Microsoft Office PowerPoint</Application>
  <PresentationFormat>Personalizzato</PresentationFormat>
  <Paragraphs>0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andy 65</dc:creator>
  <cp:lastModifiedBy>andrea de luca</cp:lastModifiedBy>
  <cp:revision>28</cp:revision>
  <dcterms:created xsi:type="dcterms:W3CDTF">2021-01-02T10:00:51Z</dcterms:created>
  <dcterms:modified xsi:type="dcterms:W3CDTF">2022-04-09T14:52:03Z</dcterms:modified>
</cp:coreProperties>
</file>