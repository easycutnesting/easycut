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3" r:id="rId2"/>
    <p:sldId id="272" r:id="rId3"/>
    <p:sldId id="274" r:id="rId4"/>
    <p:sldId id="275" r:id="rId5"/>
    <p:sldId id="276" r:id="rId6"/>
  </p:sldIdLst>
  <p:sldSz cx="7199313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6" autoAdjust="0"/>
    <p:restoredTop sz="94660"/>
  </p:normalViewPr>
  <p:slideViewPr>
    <p:cSldViewPr snapToGrid="0">
      <p:cViewPr>
        <p:scale>
          <a:sx n="125" d="100"/>
          <a:sy n="125" d="100"/>
        </p:scale>
        <p:origin x="30" y="-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1818"/>
            <a:ext cx="6119416" cy="325863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115"/>
            <a:ext cx="5399485" cy="2259809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20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62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478"/>
            <a:ext cx="6209407" cy="389345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3769"/>
            <a:ext cx="6209407" cy="204747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932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0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330"/>
            <a:ext cx="6209407" cy="180914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476"/>
            <a:ext cx="3045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8964"/>
            <a:ext cx="3045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476"/>
            <a:ext cx="3060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8964"/>
            <a:ext cx="3060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129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8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11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654"/>
            <a:ext cx="3644652" cy="6651596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18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654"/>
            <a:ext cx="3644652" cy="6651596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63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68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328"/>
            <a:ext cx="1552352" cy="793208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328"/>
            <a:ext cx="4567064" cy="79320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174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330"/>
            <a:ext cx="6209407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1640"/>
            <a:ext cx="6209407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58BE6-F89C-4F49-91E2-35673E2A0529}" type="datetimeFigureOut">
              <a:rPr lang="it-IT" smtClean="0"/>
              <a:t>10/04/2022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5243"/>
            <a:ext cx="2429768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4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5FA5030-C0BF-4A3C-B22C-99B817D7A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648320" cy="5973009"/>
          </a:xfrm>
          <a:prstGeom prst="rect">
            <a:avLst/>
          </a:prstGeom>
        </p:spPr>
      </p:pic>
      <p:sp>
        <p:nvSpPr>
          <p:cNvPr id="22" name="Rettangolo 21">
            <a:extLst>
              <a:ext uri="{FF2B5EF4-FFF2-40B4-BE49-F238E27FC236}">
                <a16:creationId xmlns:a16="http://schemas.microsoft.com/office/drawing/2014/main" id="{D578140A-9EF9-4A98-B7ED-11E14BA98355}"/>
              </a:ext>
            </a:extLst>
          </p:cNvPr>
          <p:cNvSpPr/>
          <p:nvPr/>
        </p:nvSpPr>
        <p:spPr>
          <a:xfrm>
            <a:off x="94466" y="3308350"/>
            <a:ext cx="2245598" cy="1042670"/>
          </a:xfrm>
          <a:prstGeom prst="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231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EF8C475-C4F1-450A-A2A3-2B34626B3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648320" cy="597300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8C82E7B-049A-4E1D-8A39-5209B462B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780000"/>
            <a:ext cx="193384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8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EF8C475-C4F1-450A-A2A3-2B34626B3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648320" cy="597300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24F30A2-2AA8-464B-9972-2BB7AD7E2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780000"/>
            <a:ext cx="193384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3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EF8C475-C4F1-450A-A2A3-2B34626B3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648320" cy="597300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BAB448D-FBF0-48EA-9BE4-DE67B16F2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780000"/>
            <a:ext cx="193384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0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EF8C475-C4F1-450A-A2A3-2B34626B3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648320" cy="597300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C5D983A-B004-4831-9964-CA671FF97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780000"/>
            <a:ext cx="193384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273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1972</TotalTime>
  <Words>0</Words>
  <Application>Microsoft Office PowerPoint</Application>
  <PresentationFormat>Personalizzato</PresentationFormat>
  <Paragraphs>0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andy 65</dc:creator>
  <cp:lastModifiedBy>andrea de luca</cp:lastModifiedBy>
  <cp:revision>45</cp:revision>
  <dcterms:created xsi:type="dcterms:W3CDTF">2021-01-02T10:00:51Z</dcterms:created>
  <dcterms:modified xsi:type="dcterms:W3CDTF">2022-04-10T19:24:31Z</dcterms:modified>
</cp:coreProperties>
</file>