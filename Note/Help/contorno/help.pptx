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0" r:id="rId4"/>
    <p:sldId id="271" r:id="rId5"/>
    <p:sldId id="274" r:id="rId6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6" autoAdjust="0"/>
    <p:restoredTop sz="94660"/>
  </p:normalViewPr>
  <p:slideViewPr>
    <p:cSldViewPr snapToGrid="0">
      <p:cViewPr>
        <p:scale>
          <a:sx n="125" d="100"/>
          <a:sy n="125" d="100"/>
        </p:scale>
        <p:origin x="792" y="-2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06/01/2021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1C546F50-DBDB-4E2E-8BFE-163B7779B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93743" y="2287905"/>
            <a:ext cx="2245598" cy="1034415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E6A42DF9-AF08-4280-A7C5-9ED33D453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C6B833A2-6D43-401B-9879-0F28A741C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767393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9FF39494-9B8B-4B17-B646-21BB8AB4A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0E29FF69-62F6-46F5-866E-2DB45449A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761043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1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8DD663F8-7954-4554-B1B6-4C000B3F2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CFD3AFA2-D06A-427D-B426-072CE57C6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767393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74CE800B-77E4-4F7F-BEFF-DACA5DF48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26BC264C-0DBA-4F10-BEDF-0E415DCDF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767393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9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</TotalTime>
  <Words>0</Words>
  <Application>Microsoft Office PowerPoint</Application>
  <PresentationFormat>Personalizzato</PresentationFormat>
  <Paragraphs>0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18</cp:revision>
  <dcterms:created xsi:type="dcterms:W3CDTF">2021-01-02T10:00:51Z</dcterms:created>
  <dcterms:modified xsi:type="dcterms:W3CDTF">2021-01-06T14:17:34Z</dcterms:modified>
</cp:coreProperties>
</file>