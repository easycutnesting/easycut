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asycutnesting.it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asycutnesting.it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1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CD349DE9-DD89-42A9-92A2-69E49C096AF0}">
      <dgm:prSet custT="1"/>
      <dgm:spPr/>
      <dgm:t>
        <a:bodyPr/>
        <a:lstStyle/>
        <a:p>
          <a:r>
            <a:rPr lang="it-IT" sz="1200" kern="1200" dirty="0">
              <a:solidFill>
                <a:schemeClr val="tx1"/>
              </a:solidFill>
            </a:rPr>
            <a:t>Scarica il file compresso 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«</a:t>
          </a:r>
          <a:r>
            <a:rPr lang="it-IT" sz="1200" kern="1200" dirty="0" err="1">
              <a:solidFill>
                <a:schemeClr val="accent6">
                  <a:lumMod val="75000"/>
                </a:schemeClr>
              </a:solidFill>
            </a:rPr>
            <a:t>EasyCut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 ver [Versione].7z» </a:t>
          </a:r>
          <a:r>
            <a:rPr lang="it-IT" sz="1200" kern="1200" dirty="0">
              <a:solidFill>
                <a:schemeClr val="tx1"/>
              </a:solidFill>
            </a:rPr>
            <a:t>dal sito </a:t>
          </a:r>
          <a:r>
            <a:rPr lang="it-IT" sz="1200" u="sng" kern="12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EasyCut</a:t>
          </a:r>
          <a:r>
            <a:rPr lang="it-IT" sz="1200" kern="1200" dirty="0">
              <a:solidFill>
                <a:schemeClr val="tx1"/>
              </a:solidFill>
            </a:rPr>
            <a:t> tramite il pulsante "Download gratuito</a:t>
          </a:r>
          <a:r>
            <a:rPr lang="it-IT" sz="1200" kern="1200" dirty="0">
              <a:solidFill>
                <a:prstClr val="black"/>
              </a:solidFill>
              <a:latin typeface="Neue Haas Grotesk Text Pro"/>
              <a:ea typeface="+mn-ea"/>
              <a:cs typeface="+mn-cs"/>
            </a:rPr>
            <a:t>"</a:t>
          </a:r>
        </a:p>
      </dgm:t>
    </dgm:pt>
    <dgm:pt modelId="{B7153C50-2E92-4C6B-B024-5437BDCB7E3E}" type="parTrans" cxnId="{DE1602A5-6F95-4981-96BD-89793972647D}">
      <dgm:prSet/>
      <dgm:spPr/>
      <dgm:t>
        <a:bodyPr/>
        <a:lstStyle/>
        <a:p>
          <a:endParaRPr lang="it-IT"/>
        </a:p>
      </dgm:t>
    </dgm:pt>
    <dgm:pt modelId="{8C0BA8B6-610A-4B78-962B-D399AC91AC6F}" type="sibTrans" cxnId="{DE1602A5-6F95-4981-96BD-89793972647D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86">
        <dgm:presLayoutVars>
          <dgm:bulletEnabled val="1"/>
        </dgm:presLayoutVars>
      </dgm:prSet>
      <dgm:spPr/>
    </dgm:pt>
  </dgm:ptLst>
  <dgm:cxnLst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32D4301C-72BC-45AC-8742-7423FA06E2BE}" type="presOf" srcId="{CD349DE9-DD89-42A9-92A2-69E49C096AF0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DE1602A5-6F95-4981-96BD-89793972647D}" srcId="{87FBA916-FFCB-43DB-82E8-C4AC56C6A6FE}" destId="{CD349DE9-DD89-42A9-92A2-69E49C096AF0}" srcOrd="0" destOrd="0" parTransId="{B7153C50-2E92-4C6B-B024-5437BDCB7E3E}" sibTransId="{8C0BA8B6-610A-4B78-962B-D399AC91AC6F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2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CD349DE9-DD89-42A9-92A2-69E49C096AF0}">
      <dgm:prSet custT="1"/>
      <dgm:spPr/>
      <dgm:t>
        <a:bodyPr/>
        <a:lstStyle/>
        <a:p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Copia il file compresso in una cartella di tua scelta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gm:t>
    </dgm:pt>
    <dgm:pt modelId="{B7153C50-2E92-4C6B-B024-5437BDCB7E3E}" type="parTrans" cxnId="{DE1602A5-6F95-4981-96BD-89793972647D}">
      <dgm:prSet/>
      <dgm:spPr/>
      <dgm:t>
        <a:bodyPr/>
        <a:lstStyle/>
        <a:p>
          <a:endParaRPr lang="it-IT"/>
        </a:p>
      </dgm:t>
    </dgm:pt>
    <dgm:pt modelId="{8C0BA8B6-610A-4B78-962B-D399AC91AC6F}" type="sibTrans" cxnId="{DE1602A5-6F95-4981-96BD-89793972647D}">
      <dgm:prSet/>
      <dgm:spPr/>
      <dgm:t>
        <a:bodyPr/>
        <a:lstStyle/>
        <a:p>
          <a:endParaRPr lang="it-IT"/>
        </a:p>
      </dgm:t>
    </dgm:pt>
    <dgm:pt modelId="{6BE6B5FE-961D-4342-B509-F8059FAE7907}">
      <dgm:prSet custT="1"/>
      <dgm:spPr/>
      <dgm:t>
        <a:bodyPr/>
        <a:lstStyle/>
        <a:p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Estrai il file compresso con il pulsante destro del mouse 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gm:t>
    </dgm:pt>
    <dgm:pt modelId="{3EF57086-8B37-44B6-84C6-93B3BA118B11}" type="parTrans" cxnId="{A2D03906-3AD7-4FBA-8918-465DB99BE7C1}">
      <dgm:prSet/>
      <dgm:spPr/>
      <dgm:t>
        <a:bodyPr/>
        <a:lstStyle/>
        <a:p>
          <a:endParaRPr lang="it-IT"/>
        </a:p>
      </dgm:t>
    </dgm:pt>
    <dgm:pt modelId="{04D3CDFD-42AD-42AC-80B2-68D07C4F60EE}" type="sibTrans" cxnId="{A2D03906-3AD7-4FBA-8918-465DB99BE7C1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-139" custLinFactNeighborY="-76">
        <dgm:presLayoutVars>
          <dgm:bulletEnabled val="1"/>
        </dgm:presLayoutVars>
      </dgm:prSet>
      <dgm:spPr/>
    </dgm:pt>
  </dgm:ptLst>
  <dgm:cxnLst>
    <dgm:cxn modelId="{A2D03906-3AD7-4FBA-8918-465DB99BE7C1}" srcId="{87FBA916-FFCB-43DB-82E8-C4AC56C6A6FE}" destId="{6BE6B5FE-961D-4342-B509-F8059FAE7907}" srcOrd="1" destOrd="0" parTransId="{3EF57086-8B37-44B6-84C6-93B3BA118B11}" sibTransId="{04D3CDFD-42AD-42AC-80B2-68D07C4F60EE}"/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32D4301C-72BC-45AC-8742-7423FA06E2BE}" type="presOf" srcId="{CD349DE9-DD89-42A9-92A2-69E49C096AF0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DE1602A5-6F95-4981-96BD-89793972647D}" srcId="{87FBA916-FFCB-43DB-82E8-C4AC56C6A6FE}" destId="{CD349DE9-DD89-42A9-92A2-69E49C096AF0}" srcOrd="0" destOrd="0" parTransId="{B7153C50-2E92-4C6B-B024-5437BDCB7E3E}" sibTransId="{8C0BA8B6-610A-4B78-962B-D399AC91AC6F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BAB8B4DC-9074-4E44-86BD-BC8603D4A47A}" type="presOf" srcId="{6BE6B5FE-961D-4342-B509-F8059FAE7907}" destId="{44DDF1C6-8933-43A0-9CA0-85D20C44B26F}" srcOrd="0" destOrd="1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3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056E2E21-3F78-4AAD-89B6-15E9C6EB8BD6}">
      <dgm:prSet custT="1"/>
      <dgm:spPr/>
      <dgm:t>
        <a:bodyPr/>
        <a:lstStyle/>
        <a:p>
          <a:r>
            <a:rPr lang="it-IT" sz="1200" dirty="0"/>
            <a:t>Installazione manuale di </a:t>
          </a:r>
          <a:r>
            <a:rPr lang="it-IT" sz="1200" dirty="0" err="1"/>
            <a:t>EasyCut</a:t>
          </a:r>
          <a:endParaRPr lang="it-IT" sz="1200" dirty="0"/>
        </a:p>
      </dgm:t>
    </dgm:pt>
    <dgm:pt modelId="{22A03D83-7F17-475F-8A39-9CD4FCC76E27}" type="parTrans" cxnId="{5A64D685-9E66-4A53-9883-A4631528E3A3}">
      <dgm:prSet/>
      <dgm:spPr/>
      <dgm:t>
        <a:bodyPr/>
        <a:lstStyle/>
        <a:p>
          <a:endParaRPr lang="it-IT"/>
        </a:p>
      </dgm:t>
    </dgm:pt>
    <dgm:pt modelId="{BA529B47-E1F2-4E94-83AA-A03F6E680466}" type="sibTrans" cxnId="{5A64D685-9E66-4A53-9883-A4631528E3A3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800" custLinFactNeighborY="-920">
        <dgm:presLayoutVars>
          <dgm:bulletEnabled val="1"/>
        </dgm:presLayoutVars>
      </dgm:prSet>
      <dgm:spPr/>
    </dgm:pt>
  </dgm:ptLst>
  <dgm:cxnLst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07BA1F66-A6D5-4AE1-B749-F1F37D9CF8BF}" type="presOf" srcId="{056E2E21-3F78-4AAD-89B6-15E9C6EB8BD6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5A64D685-9E66-4A53-9883-A4631528E3A3}" srcId="{87FBA916-FFCB-43DB-82E8-C4AC56C6A6FE}" destId="{056E2E21-3F78-4AAD-89B6-15E9C6EB8BD6}" srcOrd="0" destOrd="0" parTransId="{22A03D83-7F17-475F-8A39-9CD4FCC76E27}" sibTransId="{BA529B47-E1F2-4E94-83AA-A03F6E680466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1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28163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200" kern="1200" dirty="0">
              <a:solidFill>
                <a:schemeClr val="tx1"/>
              </a:solidFill>
            </a:rPr>
            <a:t>Scarica il file compresso 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«</a:t>
          </a:r>
          <a:r>
            <a:rPr lang="it-IT" sz="1200" kern="1200" dirty="0" err="1">
              <a:solidFill>
                <a:schemeClr val="accent6">
                  <a:lumMod val="75000"/>
                </a:schemeClr>
              </a:solidFill>
            </a:rPr>
            <a:t>EasyCut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 ver [Versione].7z» </a:t>
          </a:r>
          <a:r>
            <a:rPr lang="it-IT" sz="1200" kern="1200" dirty="0">
              <a:solidFill>
                <a:schemeClr val="tx1"/>
              </a:solidFill>
            </a:rPr>
            <a:t>dal sito </a:t>
          </a:r>
          <a:r>
            <a:rPr lang="it-IT" sz="1200" u="sng" kern="12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EasyCut</a:t>
          </a:r>
          <a:r>
            <a:rPr lang="it-IT" sz="1200" kern="1200" dirty="0">
              <a:solidFill>
                <a:schemeClr val="tx1"/>
              </a:solidFill>
            </a:rPr>
            <a:t> tramite il pulsante "Download gratuito</a:t>
          </a:r>
          <a:r>
            <a:rPr lang="it-IT" sz="1200" kern="1200" dirty="0">
              <a:solidFill>
                <a:prstClr val="black"/>
              </a:solidFill>
              <a:latin typeface="Neue Haas Grotesk Text Pro"/>
              <a:ea typeface="+mn-ea"/>
              <a:cs typeface="+mn-cs"/>
            </a:rPr>
            <a:t>"</a:t>
          </a:r>
        </a:p>
      </dsp:txBody>
      <dsp:txXfrm rot="-5400000">
        <a:off x="554400" y="25130"/>
        <a:ext cx="8837197" cy="4645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2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15844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Copia il file compresso in una cartella di tua scelta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Estrai il file compresso con il pulsante destro del mouse 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sp:txBody>
      <dsp:txXfrm rot="-5400000">
        <a:off x="542081" y="25130"/>
        <a:ext cx="8837197" cy="464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3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28163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200" kern="1200" dirty="0"/>
            <a:t>Installazione manuale di </a:t>
          </a:r>
          <a:r>
            <a:rPr lang="it-IT" sz="1200" kern="1200" dirty="0" err="1"/>
            <a:t>EasyCut</a:t>
          </a:r>
          <a:endParaRPr lang="it-IT" sz="1200" kern="1200" dirty="0"/>
        </a:p>
      </dsp:txBody>
      <dsp:txXfrm rot="-5400000">
        <a:off x="554400" y="25130"/>
        <a:ext cx="8837197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2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2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0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9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8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8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9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3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8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Pezzi di plastica di un puzzle">
            <a:extLst>
              <a:ext uri="{FF2B5EF4-FFF2-40B4-BE49-F238E27FC236}">
                <a16:creationId xmlns:a16="http://schemas.microsoft.com/office/drawing/2014/main" id="{EC7C08E8-8E3E-6B89-59A3-EF1DF4C98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1" b="137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B14F00-EAF0-8161-D99B-26617A5D2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it-IT" sz="6600" dirty="0"/>
              <a:t>EASYCUT</a:t>
            </a:r>
            <a:br>
              <a:rPr lang="it-IT" sz="6600" dirty="0"/>
            </a:br>
            <a:endParaRPr lang="it-IT" sz="66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2B8450A-0F50-7015-7A53-D2D6725F7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6105240" cy="1290807"/>
          </a:xfrm>
        </p:spPr>
        <p:txBody>
          <a:bodyPr anchor="ctr">
            <a:normAutofit/>
          </a:bodyPr>
          <a:lstStyle/>
          <a:p>
            <a:pPr algn="l"/>
            <a:r>
              <a:rPr lang="it-IT" sz="2200" dirty="0"/>
              <a:t>Note per l’installazione manuale del programma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3F7E53C6-F272-793E-C449-3D2821CD7F84}"/>
              </a:ext>
            </a:extLst>
          </p:cNvPr>
          <p:cNvSpPr txBox="1">
            <a:spLocks/>
          </p:cNvSpPr>
          <p:nvPr/>
        </p:nvSpPr>
        <p:spPr>
          <a:xfrm>
            <a:off x="286506" y="5513324"/>
            <a:ext cx="3091134" cy="10113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400" b="1" dirty="0"/>
              <a:t>Questa </a:t>
            </a:r>
            <a:r>
              <a:rPr lang="en-GB" sz="1400" b="1" dirty="0" err="1"/>
              <a:t>operazione</a:t>
            </a:r>
            <a:r>
              <a:rPr lang="en-GB" sz="1400" b="1" dirty="0"/>
              <a:t> </a:t>
            </a:r>
            <a:r>
              <a:rPr lang="en-GB" sz="1400" b="1" dirty="0" err="1"/>
              <a:t>si</a:t>
            </a:r>
            <a:r>
              <a:rPr lang="en-GB" sz="1400" b="1" dirty="0"/>
              <a:t> </a:t>
            </a:r>
            <a:r>
              <a:rPr lang="en-GB" sz="1400" b="1" dirty="0" err="1"/>
              <a:t>rende</a:t>
            </a:r>
            <a:r>
              <a:rPr lang="en-GB" sz="1400" b="1" dirty="0"/>
              <a:t> </a:t>
            </a:r>
            <a:r>
              <a:rPr lang="en-GB" sz="1400" b="1" dirty="0" err="1"/>
              <a:t>neccessaria</a:t>
            </a:r>
            <a:r>
              <a:rPr lang="en-GB" sz="1400" b="1" dirty="0"/>
              <a:t> </a:t>
            </a:r>
            <a:r>
              <a:rPr lang="en-GB" sz="1400" b="1" dirty="0" err="1"/>
              <a:t>qualora</a:t>
            </a:r>
            <a:r>
              <a:rPr lang="en-GB" sz="1400" b="1" dirty="0"/>
              <a:t> </a:t>
            </a:r>
            <a:r>
              <a:rPr lang="en-GB" sz="1400" b="1" dirty="0" err="1"/>
              <a:t>l’installazione</a:t>
            </a:r>
            <a:r>
              <a:rPr lang="en-GB" sz="1400" b="1" dirty="0"/>
              <a:t> </a:t>
            </a:r>
            <a:r>
              <a:rPr lang="en-GB" sz="1400" b="1" dirty="0" err="1"/>
              <a:t>automatica</a:t>
            </a:r>
            <a:r>
              <a:rPr lang="en-GB" sz="1400" b="1" dirty="0"/>
              <a:t> non </a:t>
            </a:r>
            <a:r>
              <a:rPr lang="en-GB" sz="1400" b="1" dirty="0" err="1"/>
              <a:t>funzioni</a:t>
            </a:r>
            <a:endParaRPr lang="en-GB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447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12A9E-7812-BD05-9899-2AE144C0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774" y="729615"/>
            <a:ext cx="4473701" cy="1132258"/>
          </a:xfrm>
        </p:spPr>
        <p:txBody>
          <a:bodyPr>
            <a:noAutofit/>
          </a:bodyPr>
          <a:lstStyle/>
          <a:p>
            <a:r>
              <a:rPr lang="it-IT" sz="2400" dirty="0">
                <a:solidFill>
                  <a:schemeClr val="bg1">
                    <a:lumMod val="95000"/>
                  </a:schemeClr>
                </a:solidFill>
              </a:rPr>
              <a:t>Per  iniziare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>
                <a:solidFill>
                  <a:schemeClr val="bg1">
                    <a:lumMod val="95000"/>
                  </a:schemeClr>
                </a:solidFill>
              </a:rPr>
              <a:t>Rispettare i seguenti requisiti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97583-6A60-DD6E-6894-9FB09AB47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6654" y="2141403"/>
            <a:ext cx="3091134" cy="2719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dirty="0">
                <a:solidFill>
                  <a:schemeClr val="bg1">
                    <a:lumMod val="95000"/>
                  </a:schemeClr>
                </a:solidFill>
              </a:rPr>
              <a:t>Sistema </a:t>
            </a:r>
            <a:r>
              <a:rPr lang="en-GB" sz="1400" b="1" dirty="0" err="1">
                <a:solidFill>
                  <a:schemeClr val="bg1">
                    <a:lumMod val="95000"/>
                  </a:schemeClr>
                </a:solidFill>
              </a:rPr>
              <a:t>operativo</a:t>
            </a:r>
            <a:r>
              <a:rPr lang="en-GB" sz="1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400" b="1" dirty="0" err="1">
                <a:solidFill>
                  <a:schemeClr val="bg1">
                    <a:lumMod val="95000"/>
                  </a:schemeClr>
                </a:solidFill>
              </a:rPr>
              <a:t>supportato</a:t>
            </a:r>
            <a:r>
              <a:rPr lang="en-GB" sz="1400" b="1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XP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Vista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7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8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10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11</a:t>
            </a:r>
          </a:p>
          <a:p>
            <a:pPr marL="0" indent="0">
              <a:buNone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F012184-A810-1273-3C88-898BDF39FA63}"/>
              </a:ext>
            </a:extLst>
          </p:cNvPr>
          <p:cNvSpPr txBox="1">
            <a:spLocks/>
          </p:cNvSpPr>
          <p:nvPr/>
        </p:nvSpPr>
        <p:spPr>
          <a:xfrm>
            <a:off x="5802619" y="2141403"/>
            <a:ext cx="4198630" cy="178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400" b="1" dirty="0">
                <a:solidFill>
                  <a:schemeClr val="bg1">
                    <a:lumMod val="95000"/>
                  </a:schemeClr>
                </a:solidFill>
              </a:rPr>
              <a:t>Versione AutoCAD supportato: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Da AutoCAD 2007 ad Autocad 2025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Assicurarsi che nella versione di AutoCAD sia attivo il modulo </a:t>
            </a:r>
            <a:r>
              <a:rPr lang="it-IT" sz="1200" dirty="0" err="1">
                <a:solidFill>
                  <a:schemeClr val="bg1">
                    <a:lumMod val="95000"/>
                  </a:schemeClr>
                </a:solidFill>
              </a:rPr>
              <a:t>Autolisp</a:t>
            </a: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.</a:t>
            </a:r>
            <a:br>
              <a:rPr lang="it-IT" sz="12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Non necessita modulo VBA.</a:t>
            </a:r>
          </a:p>
          <a:p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90FB19D-5BED-9DD6-D7AB-C75F5DB78EE3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868159E-2CF2-9CC5-A99F-58DDE4AF1D89}"/>
              </a:ext>
            </a:extLst>
          </p:cNvPr>
          <p:cNvSpPr txBox="1">
            <a:spLocks/>
          </p:cNvSpPr>
          <p:nvPr/>
        </p:nvSpPr>
        <p:spPr>
          <a:xfrm>
            <a:off x="5802619" y="4188851"/>
            <a:ext cx="4198630" cy="67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100" b="1" dirty="0">
                <a:solidFill>
                  <a:schemeClr val="bg1">
                    <a:lumMod val="95000"/>
                  </a:schemeClr>
                </a:solidFill>
              </a:rPr>
              <a:t>Easy </a:t>
            </a:r>
            <a:r>
              <a:rPr lang="it-IT" sz="1100" b="1" dirty="0" err="1">
                <a:solidFill>
                  <a:schemeClr val="bg1">
                    <a:lumMod val="95000"/>
                  </a:schemeClr>
                </a:solidFill>
              </a:rPr>
              <a:t>Cut</a:t>
            </a:r>
            <a:r>
              <a:rPr lang="it-IT" sz="1100" b="1" dirty="0">
                <a:solidFill>
                  <a:schemeClr val="bg1">
                    <a:lumMod val="95000"/>
                  </a:schemeClr>
                </a:solidFill>
              </a:rPr>
              <a:t> NON SUPPORTA NESSUNA VERSIONE DI AUTOCADLT</a:t>
            </a:r>
            <a:endParaRPr lang="it-IT" sz="11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65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CFFE8-BC36-6E9D-8AB9-52E8C7ED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2AFADDD6-DB1A-451F-7276-67E6863AE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07689"/>
              </p:ext>
            </p:extLst>
          </p:nvPr>
        </p:nvGraphicFramePr>
        <p:xfrm>
          <a:off x="504000" y="205200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Immagine 26">
            <a:extLst>
              <a:ext uri="{FF2B5EF4-FFF2-40B4-BE49-F238E27FC236}">
                <a16:creationId xmlns:a16="http://schemas.microsoft.com/office/drawing/2014/main" id="{5876E2FC-0AFF-727D-1F7E-33EE4CC3A5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" y="1144800"/>
            <a:ext cx="7458854" cy="5370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AA186BD-C0CC-EEF7-4394-4602D387CBD6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38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BCDED-D7A6-7A39-AB74-58C7F339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E8D0185C-737A-985B-1494-482AA105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144800"/>
            <a:ext cx="8175444" cy="5226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2F369891-29D2-7C29-FB08-9BA2D4D080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718908"/>
              </p:ext>
            </p:extLst>
          </p:nvPr>
        </p:nvGraphicFramePr>
        <p:xfrm>
          <a:off x="504000" y="203964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E194BA8A-E6F0-A8C4-FEA9-D310DA64DBAC}"/>
              </a:ext>
            </a:extLst>
          </p:cNvPr>
          <p:cNvSpPr/>
          <p:nvPr/>
        </p:nvSpPr>
        <p:spPr>
          <a:xfrm>
            <a:off x="4287520" y="3977014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5BC0C646-577C-F165-8657-46822DEEF4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3317" y="2819320"/>
            <a:ext cx="4579636" cy="3834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CC8EAA7-92B3-00F0-C1D9-F1F3842C48AF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C398EFC4-DA46-791B-2357-1B11021CCE1D}"/>
              </a:ext>
            </a:extLst>
          </p:cNvPr>
          <p:cNvSpPr/>
          <p:nvPr/>
        </p:nvSpPr>
        <p:spPr>
          <a:xfrm>
            <a:off x="7167102" y="3922091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265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0253F-7CC6-12BE-0CB1-284816B8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BC5FF1D6-D314-CFC0-A558-C4C7FA80E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192469"/>
              </p:ext>
            </p:extLst>
          </p:nvPr>
        </p:nvGraphicFramePr>
        <p:xfrm>
          <a:off x="504000" y="203964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8D9277-0E50-3F07-193B-FC103A7E9834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493029-E29B-ACDB-D3C8-B14BCBA5B6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59" y="1131766"/>
            <a:ext cx="9558607" cy="519575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718F665-FC8C-084B-B229-8D8369A6C7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6612" y="1205566"/>
            <a:ext cx="5352359" cy="4175263"/>
          </a:xfrm>
          <a:prstGeom prst="rect">
            <a:avLst/>
          </a:prstGeom>
        </p:spPr>
      </p:pic>
      <p:sp>
        <p:nvSpPr>
          <p:cNvPr id="10" name="Rettangolo ad angolo ripiegato 9">
            <a:extLst>
              <a:ext uri="{FF2B5EF4-FFF2-40B4-BE49-F238E27FC236}">
                <a16:creationId xmlns:a16="http://schemas.microsoft.com/office/drawing/2014/main" id="{DA993F07-F93F-AB5B-30D3-71744F7F03A7}"/>
              </a:ext>
            </a:extLst>
          </p:cNvPr>
          <p:cNvSpPr/>
          <p:nvPr/>
        </p:nvSpPr>
        <p:spPr>
          <a:xfrm>
            <a:off x="8505814" y="1485365"/>
            <a:ext cx="2403614" cy="2534374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71A26DD-A6EC-2C72-3373-DE93EA1085FA}"/>
              </a:ext>
            </a:extLst>
          </p:cNvPr>
          <p:cNvSpPr txBox="1"/>
          <p:nvPr/>
        </p:nvSpPr>
        <p:spPr>
          <a:xfrm>
            <a:off x="8597105" y="1584953"/>
            <a:ext cx="231232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1600" b="1" dirty="0">
              <a:solidFill>
                <a:schemeClr val="bg1"/>
              </a:solidFill>
              <a:effectLst/>
              <a:latin typeface="Inte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>
                <a:latin typeface="+mj-lt"/>
              </a:rPr>
              <a:t>Aprire una sessione di Autocad</a:t>
            </a:r>
          </a:p>
          <a:p>
            <a:endParaRPr lang="it-IT" sz="12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>
                <a:latin typeface="+mj-lt"/>
              </a:rPr>
              <a:t>Dalla riga di comando digitare APPLOAD</a:t>
            </a:r>
          </a:p>
          <a:p>
            <a:endParaRPr lang="it-IT" sz="12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>
                <a:latin typeface="+mj-lt"/>
              </a:rPr>
              <a:t>Caricare il file </a:t>
            </a:r>
            <a:r>
              <a:rPr lang="it-IT" sz="1200" dirty="0" err="1">
                <a:latin typeface="+mj-lt"/>
              </a:rPr>
              <a:t>EasyCut</a:t>
            </a:r>
            <a:r>
              <a:rPr lang="it-IT" sz="1200" dirty="0">
                <a:latin typeface="+mj-lt"/>
              </a:rPr>
              <a:t>[Versione]\Load\</a:t>
            </a:r>
            <a:r>
              <a:rPr lang="it-IT" sz="1200" dirty="0" err="1">
                <a:latin typeface="+mj-lt"/>
              </a:rPr>
              <a:t>ManualLoadEasyCut.lsp</a:t>
            </a:r>
            <a:endParaRPr lang="it-IT" sz="1200" dirty="0">
              <a:latin typeface="+mj-lt"/>
            </a:endParaRP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2B5417C6-3228-6FDB-C5F0-69C9181D121F}"/>
              </a:ext>
            </a:extLst>
          </p:cNvPr>
          <p:cNvSpPr/>
          <p:nvPr/>
        </p:nvSpPr>
        <p:spPr>
          <a:xfrm>
            <a:off x="1526213" y="5896347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F01DF92E-BFE7-5126-1F0B-39D2C3779FED}"/>
              </a:ext>
            </a:extLst>
          </p:cNvPr>
          <p:cNvSpPr/>
          <p:nvPr/>
        </p:nvSpPr>
        <p:spPr>
          <a:xfrm>
            <a:off x="2516256" y="1694033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97B28583-6E66-C098-7B0A-A48E6B5EAE0B}"/>
              </a:ext>
            </a:extLst>
          </p:cNvPr>
          <p:cNvSpPr/>
          <p:nvPr/>
        </p:nvSpPr>
        <p:spPr>
          <a:xfrm>
            <a:off x="6923784" y="3049788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944184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154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Inter</vt:lpstr>
      <vt:lpstr>Neue Haas Grotesk Text Pro</vt:lpstr>
      <vt:lpstr>VanillaVTI</vt:lpstr>
      <vt:lpstr>EASYCUT </vt:lpstr>
      <vt:lpstr>Per  iniziare  Rispettare i seguenti requisiti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De Luca</dc:creator>
  <cp:lastModifiedBy>Andrea De Luca</cp:lastModifiedBy>
  <cp:revision>11</cp:revision>
  <dcterms:created xsi:type="dcterms:W3CDTF">2025-08-19T14:21:44Z</dcterms:created>
  <dcterms:modified xsi:type="dcterms:W3CDTF">2025-08-22T16:57:57Z</dcterms:modified>
</cp:coreProperties>
</file>